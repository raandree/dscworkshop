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2" r:id="rId12"/>
    <p:sldMasterId id="2147484229" r:id="rId13"/>
  </p:sldMasterIdLst>
  <p:notesMasterIdLst>
    <p:notesMasterId r:id="rId36"/>
  </p:notesMasterIdLst>
  <p:handoutMasterIdLst>
    <p:handoutMasterId r:id="rId37"/>
  </p:handoutMasterIdLst>
  <p:sldIdLst>
    <p:sldId id="1308" r:id="rId14"/>
    <p:sldId id="1357" r:id="rId15"/>
    <p:sldId id="1359" r:id="rId16"/>
    <p:sldId id="2147" r:id="rId17"/>
    <p:sldId id="2141" r:id="rId18"/>
    <p:sldId id="2142" r:id="rId19"/>
    <p:sldId id="279" r:id="rId20"/>
    <p:sldId id="286" r:id="rId21"/>
    <p:sldId id="269" r:id="rId22"/>
    <p:sldId id="2143" r:id="rId23"/>
    <p:sldId id="2144" r:id="rId24"/>
    <p:sldId id="2145" r:id="rId25"/>
    <p:sldId id="1853" r:id="rId26"/>
    <p:sldId id="2138" r:id="rId27"/>
    <p:sldId id="2140" r:id="rId28"/>
    <p:sldId id="1864" r:id="rId29"/>
    <p:sldId id="1865" r:id="rId30"/>
    <p:sldId id="2146" r:id="rId31"/>
    <p:sldId id="1365" r:id="rId32"/>
    <p:sldId id="1364" r:id="rId33"/>
    <p:sldId id="1366" r:id="rId34"/>
    <p:sldId id="1358" r:id="rId35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ite Template" id="{5B0B8DFF-57E5-4D4B-BA72-542DF84B8E2F}">
          <p14:sldIdLst>
            <p14:sldId id="1308"/>
            <p14:sldId id="1357"/>
            <p14:sldId id="1359"/>
            <p14:sldId id="2147"/>
          </p14:sldIdLst>
        </p14:section>
        <p14:section name="Why DevOps?" id="{C87B764C-DEAD-433E-BDBC-BCF3ACF9C171}">
          <p14:sldIdLst>
            <p14:sldId id="2141"/>
            <p14:sldId id="2142"/>
            <p14:sldId id="279"/>
            <p14:sldId id="286"/>
            <p14:sldId id="269"/>
            <p14:sldId id="2143"/>
            <p14:sldId id="2144"/>
            <p14:sldId id="2145"/>
          </p14:sldIdLst>
        </p14:section>
        <p14:section name="DSC Basics" id="{193A1624-8B4F-4A74-A8EC-357CB94083B2}">
          <p14:sldIdLst>
            <p14:sldId id="1853"/>
            <p14:sldId id="2138"/>
            <p14:sldId id="2140"/>
            <p14:sldId id="1864"/>
            <p14:sldId id="1865"/>
          </p14:sldIdLst>
        </p14:section>
        <p14:section name="Why the DscWorkshop Blueprint?" id="{628871A0-718E-4A79-A89D-CB56C08D18DF}">
          <p14:sldIdLst>
            <p14:sldId id="2146"/>
            <p14:sldId id="1365"/>
            <p14:sldId id="1364"/>
            <p14:sldId id="1366"/>
            <p14:sldId id="13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BE"/>
    <a:srgbClr val="FFFFFF"/>
    <a:srgbClr val="002050"/>
    <a:srgbClr val="767676"/>
    <a:srgbClr val="0078D7"/>
    <a:srgbClr val="00188F"/>
    <a:srgbClr val="107C10"/>
    <a:srgbClr val="008272"/>
    <a:srgbClr val="B4009E"/>
    <a:srgbClr val="00B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894D2-F538-48C1-9820-B65141D1A527}" v="41" dt="2021-04-09T14:14:19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9" autoAdjust="0"/>
    <p:restoredTop sz="92270" autoAdjust="0"/>
  </p:normalViewPr>
  <p:slideViewPr>
    <p:cSldViewPr>
      <p:cViewPr varScale="1">
        <p:scale>
          <a:sx n="152" d="100"/>
          <a:sy n="152" d="100"/>
        </p:scale>
        <p:origin x="1896" y="132"/>
      </p:cViewPr>
      <p:guideLst/>
    </p:cSldViewPr>
  </p:slideViewPr>
  <p:outlineViewPr>
    <p:cViewPr>
      <p:scale>
        <a:sx n="33" d="100"/>
        <a:sy n="33" d="100"/>
      </p:scale>
      <p:origin x="0" y="-163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526"/>
    </p:cViewPr>
  </p:sorterViewPr>
  <p:notesViewPr>
    <p:cSldViewPr showGuides="1">
      <p:cViewPr varScale="1">
        <p:scale>
          <a:sx n="76" d="100"/>
          <a:sy n="76" d="100"/>
        </p:scale>
        <p:origin x="4008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2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presProps" Target="pres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notesMaster" Target="notesMasters/notesMaster1.xml"/><Relationship Id="rId10" Type="http://schemas.openxmlformats.org/officeDocument/2006/relationships/customXml" Target="../customXml/item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microsoft.com/office/2015/10/relationships/revisionInfo" Target="revisionInfo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commentAuthors" Target="commentAuthor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1327-0AC3-41A2-84AC-3AFF5758661B}" type="datetime8">
              <a:rPr lang="en-US" smtClean="0">
                <a:latin typeface="Segoe UI" pitchFamily="34" charset="0"/>
              </a:rPr>
              <a:t>4/9/2021 4:20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5A9E72A3-73C3-4EC0-976B-555052BC0BC2}" type="datetime8">
              <a:rPr lang="en-US" smtClean="0"/>
              <a:t>4/9/2021 4:20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D9FCBCA6-7DF8-45A6-BAA7-7037DBDE5BA1}" type="datetime8">
              <a:rPr lang="en-US" smtClean="0"/>
              <a:t>4/9/2021 4:20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31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CA2750D-6450-40D7-9045-0142AE142166}" type="datetime8">
              <a:rPr lang="en-US" smtClean="0"/>
              <a:t>4/9/2021 4:20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19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CA2750D-6450-40D7-9045-0142AE142166}" type="datetime8">
              <a:rPr lang="en-US" smtClean="0"/>
              <a:t>4/9/2021 4:20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843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CA2750D-6450-40D7-9045-0142AE142166}" type="datetime8">
              <a:rPr lang="en-US" smtClean="0"/>
              <a:t>4/9/2021 4:54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139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Changes are imperative</a:t>
            </a:r>
          </a:p>
          <a:p>
            <a:endParaRPr lang="en-GB" dirty="0"/>
          </a:p>
          <a:p>
            <a:r>
              <a:rPr lang="en-GB" dirty="0"/>
              <a:t>Shifting the mindset to delivery allows to think in state, and eventual convergence.</a:t>
            </a:r>
          </a:p>
          <a:p>
            <a:endParaRPr lang="en-GB" dirty="0"/>
          </a:p>
          <a:p>
            <a:r>
              <a:rPr lang="en-GB" dirty="0"/>
              <a:t>This is the same principle of abstraction the DSC Resources provides between tools and the DSC DSL defining, well,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CC55-7728-4E3A-9B91-D366B635B33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256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A9E72A3-73C3-4EC0-976B-555052BC0BC2}" type="datetime8">
              <a:rPr lang="en-US" smtClean="0"/>
              <a:t>4/9/2021 4:30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65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CC55-7728-4E3A-9B91-D366B635B33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309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/>
              <a:t>Authoring</a:t>
            </a:r>
          </a:p>
          <a:p>
            <a:r>
              <a:rPr lang="en-AU" dirty="0"/>
              <a:t>DSC consumes MOF files.</a:t>
            </a:r>
          </a:p>
          <a:p>
            <a:r>
              <a:rPr lang="en-AU" dirty="0"/>
              <a:t>MOF files can</a:t>
            </a:r>
            <a:r>
              <a:rPr lang="en-AU" baseline="0" dirty="0"/>
              <a:t> be created using any text editor. PowerShell v4 makes it easier to create a MOF file because it has declarative syntax extensions and Intellisense. </a:t>
            </a:r>
            <a:endParaRPr lang="en-AU" dirty="0"/>
          </a:p>
          <a:p>
            <a:endParaRPr lang="en-AU" dirty="0"/>
          </a:p>
          <a:p>
            <a:r>
              <a:rPr lang="en-AU" b="1" dirty="0"/>
              <a:t>Staging</a:t>
            </a:r>
          </a:p>
          <a:p>
            <a:r>
              <a:rPr lang="en-AU" dirty="0"/>
              <a:t>Pull </a:t>
            </a:r>
            <a:r>
              <a:rPr lang="en-AU" dirty="0">
                <a:sym typeface="Wingdings" panose="05000000000000000000" pitchFamily="2" charset="2"/>
              </a:rPr>
              <a:t> DSC Data and custom resources are stored on</a:t>
            </a:r>
            <a:r>
              <a:rPr lang="en-AU" baseline="0" dirty="0">
                <a:sym typeface="Wingdings" panose="05000000000000000000" pitchFamily="2" charset="2"/>
              </a:rPr>
              <a:t> a central IIS web server with a well defined OData interface that functions as the “Pull Server”. Target Nodes connect using a URI and a unique identifier to retrieve its configuration.</a:t>
            </a:r>
          </a:p>
          <a:p>
            <a:endParaRPr lang="en-AU" baseline="0" dirty="0">
              <a:sym typeface="Wingdings" panose="05000000000000000000" pitchFamily="2" charset="2"/>
            </a:endParaRPr>
          </a:p>
          <a:p>
            <a:r>
              <a:rPr lang="en-AU" baseline="0" dirty="0">
                <a:sym typeface="Wingdings" panose="05000000000000000000" pitchFamily="2" charset="2"/>
              </a:rPr>
              <a:t>Push  DSC Data is pushed to the target nodes. Custom resources must exist on the target nodes.</a:t>
            </a:r>
          </a:p>
          <a:p>
            <a:endParaRPr lang="en-AU" dirty="0"/>
          </a:p>
          <a:p>
            <a:r>
              <a:rPr lang="en-AU" b="1" dirty="0"/>
              <a:t>Nodes</a:t>
            </a:r>
          </a:p>
          <a:p>
            <a:r>
              <a:rPr lang="en-AU" dirty="0"/>
              <a:t>DSC data is pulled or pushed to the </a:t>
            </a:r>
            <a:r>
              <a:rPr lang="en-AU" i="1" dirty="0"/>
              <a:t>“Local Configuration Store” </a:t>
            </a:r>
            <a:r>
              <a:rPr lang="en-AU" dirty="0"/>
              <a:t>which contains the current, previous and the DSC. The configuration then gets parsed and the relevant WMI provider implements the change.</a:t>
            </a:r>
            <a:br>
              <a:rPr lang="en-AU" i="1" dirty="0"/>
            </a:br>
            <a:endParaRPr lang="en-AU" b="0" dirty="0"/>
          </a:p>
        </p:txBody>
      </p:sp>
    </p:spTree>
    <p:extLst>
      <p:ext uri="{BB962C8B-B14F-4D97-AF65-F5344CB8AC3E}">
        <p14:creationId xmlns:p14="http://schemas.microsoft.com/office/powerpoint/2010/main" val="3176399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CA2750D-6450-40D7-9045-0142AE142166}" type="datetime8">
              <a:rPr lang="en-US" smtClean="0"/>
              <a:t>4/9/2021 4:20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3771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CA2750D-6450-40D7-9045-0142AE142166}" type="datetime8">
              <a:rPr lang="en-US" smtClean="0"/>
              <a:t>4/9/2021 4:20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957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CA2750D-6450-40D7-9045-0142AE142166}" type="datetime8">
              <a:rPr lang="en-US" smtClean="0"/>
              <a:t>4/9/2021 4:20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549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CA2750D-6450-40D7-9045-0142AE142166}" type="datetime8">
              <a:rPr lang="en-US" smtClean="0"/>
              <a:t>4/9/2021 4:52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</a:t>
            </a:r>
            <a:endParaRPr lang="en-US" sz="4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336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_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436475" cy="6995517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 bwMode="auto">
          <a:xfrm>
            <a:off x="274638" y="2484893"/>
            <a:ext cx="5943600" cy="3664099"/>
          </a:xfrm>
          <a:prstGeom prst="rect">
            <a:avLst/>
          </a:prstGeom>
          <a:solidFill>
            <a:srgbClr val="002050">
              <a:alpha val="9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74702" y="2484908"/>
            <a:ext cx="5943600" cy="1828800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73050" y="4320193"/>
            <a:ext cx="5943600" cy="1828800"/>
          </a:xfrm>
        </p:spPr>
        <p:txBody>
          <a:bodyPr tIns="109728" bIns="109728">
            <a:noAutofit/>
          </a:bodyPr>
          <a:lstStyle>
            <a:lvl1pPr marL="0" indent="0">
              <a:spcBef>
                <a:spcPts val="0"/>
              </a:spcBef>
              <a:buNone/>
              <a:defRPr sz="320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grpSp>
        <p:nvGrpSpPr>
          <p:cNvPr id="7" name="Group 6"/>
          <p:cNvGrpSpPr>
            <a:grpSpLocks noChangeAspect="1"/>
          </p:cNvGrpSpPr>
          <p:nvPr userDrawn="1"/>
        </p:nvGrpSpPr>
        <p:grpSpPr bwMode="gray">
          <a:xfrm>
            <a:off x="479861" y="479425"/>
            <a:ext cx="1681413" cy="360979"/>
            <a:chOff x="457200" y="1643393"/>
            <a:chExt cx="4492753" cy="96454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 bwMode="gray">
            <a:xfrm>
              <a:off x="457200" y="1643393"/>
              <a:ext cx="964540" cy="964540"/>
            </a:xfrm>
            <a:prstGeom prst="rect">
              <a:avLst/>
            </a:prstGeom>
          </p:spPr>
        </p:pic>
        <p:sp>
          <p:nvSpPr>
            <p:cNvPr id="11" name="Freeform 12"/>
            <p:cNvSpPr>
              <a:spLocks noEditPoints="1"/>
            </p:cNvSpPr>
            <p:nvPr/>
          </p:nvSpPr>
          <p:spPr bwMode="gray">
            <a:xfrm>
              <a:off x="1703514" y="1792710"/>
              <a:ext cx="3246439" cy="635329"/>
            </a:xfrm>
            <a:custGeom>
              <a:avLst/>
              <a:gdLst>
                <a:gd name="T0" fmla="*/ 218 w 1139"/>
                <a:gd name="T1" fmla="*/ 217 h 220"/>
                <a:gd name="T2" fmla="*/ 185 w 1139"/>
                <a:gd name="T3" fmla="*/ 52 h 220"/>
                <a:gd name="T4" fmla="*/ 120 w 1139"/>
                <a:gd name="T5" fmla="*/ 217 h 220"/>
                <a:gd name="T6" fmla="*/ 32 w 1139"/>
                <a:gd name="T7" fmla="*/ 52 h 220"/>
                <a:gd name="T8" fmla="*/ 33 w 1139"/>
                <a:gd name="T9" fmla="*/ 93 h 220"/>
                <a:gd name="T10" fmla="*/ 0 w 1139"/>
                <a:gd name="T11" fmla="*/ 15 h 220"/>
                <a:gd name="T12" fmla="*/ 109 w 1139"/>
                <a:gd name="T13" fmla="*/ 168 h 220"/>
                <a:gd name="T14" fmla="*/ 171 w 1139"/>
                <a:gd name="T15" fmla="*/ 15 h 220"/>
                <a:gd name="T16" fmla="*/ 285 w 1139"/>
                <a:gd name="T17" fmla="*/ 72 h 220"/>
                <a:gd name="T18" fmla="*/ 269 w 1139"/>
                <a:gd name="T19" fmla="*/ 11 h 220"/>
                <a:gd name="T20" fmla="*/ 254 w 1139"/>
                <a:gd name="T21" fmla="*/ 45 h 220"/>
                <a:gd name="T22" fmla="*/ 289 w 1139"/>
                <a:gd name="T23" fmla="*/ 31 h 220"/>
                <a:gd name="T24" fmla="*/ 405 w 1139"/>
                <a:gd name="T25" fmla="*/ 71 h 220"/>
                <a:gd name="T26" fmla="*/ 318 w 1139"/>
                <a:gd name="T27" fmla="*/ 107 h 220"/>
                <a:gd name="T28" fmla="*/ 343 w 1139"/>
                <a:gd name="T29" fmla="*/ 211 h 220"/>
                <a:gd name="T30" fmla="*/ 422 w 1139"/>
                <a:gd name="T31" fmla="*/ 210 h 220"/>
                <a:gd name="T32" fmla="*/ 404 w 1139"/>
                <a:gd name="T33" fmla="*/ 189 h 220"/>
                <a:gd name="T34" fmla="*/ 344 w 1139"/>
                <a:gd name="T35" fmla="*/ 145 h 220"/>
                <a:gd name="T36" fmla="*/ 420 w 1139"/>
                <a:gd name="T37" fmla="*/ 108 h 220"/>
                <a:gd name="T38" fmla="*/ 421 w 1139"/>
                <a:gd name="T39" fmla="*/ 76 h 220"/>
                <a:gd name="T40" fmla="*/ 495 w 1139"/>
                <a:gd name="T41" fmla="*/ 78 h 220"/>
                <a:gd name="T42" fmla="*/ 481 w 1139"/>
                <a:gd name="T43" fmla="*/ 72 h 220"/>
                <a:gd name="T44" fmla="*/ 481 w 1139"/>
                <a:gd name="T45" fmla="*/ 217 h 220"/>
                <a:gd name="T46" fmla="*/ 512 w 1139"/>
                <a:gd name="T47" fmla="*/ 100 h 220"/>
                <a:gd name="T48" fmla="*/ 531 w 1139"/>
                <a:gd name="T49" fmla="*/ 106 h 220"/>
                <a:gd name="T50" fmla="*/ 517 w 1139"/>
                <a:gd name="T51" fmla="*/ 70 h 220"/>
                <a:gd name="T52" fmla="*/ 661 w 1139"/>
                <a:gd name="T53" fmla="*/ 199 h 220"/>
                <a:gd name="T54" fmla="*/ 533 w 1139"/>
                <a:gd name="T55" fmla="*/ 146 h 220"/>
                <a:gd name="T56" fmla="*/ 663 w 1139"/>
                <a:gd name="T57" fmla="*/ 89 h 220"/>
                <a:gd name="T58" fmla="*/ 608 w 1139"/>
                <a:gd name="T59" fmla="*/ 97 h 220"/>
                <a:gd name="T60" fmla="*/ 579 w 1139"/>
                <a:gd name="T61" fmla="*/ 180 h 220"/>
                <a:gd name="T62" fmla="*/ 646 w 1139"/>
                <a:gd name="T63" fmla="*/ 144 h 220"/>
                <a:gd name="T64" fmla="*/ 732 w 1139"/>
                <a:gd name="T65" fmla="*/ 110 h 220"/>
                <a:gd name="T66" fmla="*/ 770 w 1139"/>
                <a:gd name="T67" fmla="*/ 98 h 220"/>
                <a:gd name="T68" fmla="*/ 786 w 1139"/>
                <a:gd name="T69" fmla="*/ 75 h 220"/>
                <a:gd name="T70" fmla="*/ 753 w 1139"/>
                <a:gd name="T71" fmla="*/ 69 h 220"/>
                <a:gd name="T72" fmla="*/ 701 w 1139"/>
                <a:gd name="T73" fmla="*/ 131 h 220"/>
                <a:gd name="T74" fmla="*/ 750 w 1139"/>
                <a:gd name="T75" fmla="*/ 164 h 220"/>
                <a:gd name="T76" fmla="*/ 738 w 1139"/>
                <a:gd name="T77" fmla="*/ 193 h 220"/>
                <a:gd name="T78" fmla="*/ 698 w 1139"/>
                <a:gd name="T79" fmla="*/ 179 h 220"/>
                <a:gd name="T80" fmla="*/ 717 w 1139"/>
                <a:gd name="T81" fmla="*/ 218 h 220"/>
                <a:gd name="T82" fmla="*/ 794 w 1139"/>
                <a:gd name="T83" fmla="*/ 175 h 220"/>
                <a:gd name="T84" fmla="*/ 938 w 1139"/>
                <a:gd name="T85" fmla="*/ 89 h 220"/>
                <a:gd name="T86" fmla="*/ 882 w 1139"/>
                <a:gd name="T87" fmla="*/ 220 h 220"/>
                <a:gd name="T88" fmla="*/ 829 w 1139"/>
                <a:gd name="T89" fmla="*/ 89 h 220"/>
                <a:gd name="T90" fmla="*/ 922 w 1139"/>
                <a:gd name="T91" fmla="*/ 144 h 220"/>
                <a:gd name="T92" fmla="*/ 855 w 1139"/>
                <a:gd name="T93" fmla="*/ 109 h 220"/>
                <a:gd name="T94" fmla="*/ 884 w 1139"/>
                <a:gd name="T95" fmla="*/ 192 h 220"/>
                <a:gd name="T96" fmla="*/ 1139 w 1139"/>
                <a:gd name="T97" fmla="*/ 100 h 220"/>
                <a:gd name="T98" fmla="*/ 1104 w 1139"/>
                <a:gd name="T99" fmla="*/ 29 h 220"/>
                <a:gd name="T100" fmla="*/ 1070 w 1139"/>
                <a:gd name="T101" fmla="*/ 40 h 220"/>
                <a:gd name="T102" fmla="*/ 1019 w 1139"/>
                <a:gd name="T103" fmla="*/ 54 h 220"/>
                <a:gd name="T104" fmla="*/ 1055 w 1139"/>
                <a:gd name="T105" fmla="*/ 32 h 220"/>
                <a:gd name="T106" fmla="*/ 1056 w 1139"/>
                <a:gd name="T107" fmla="*/ 3 h 220"/>
                <a:gd name="T108" fmla="*/ 991 w 1139"/>
                <a:gd name="T109" fmla="*/ 25 h 220"/>
                <a:gd name="T110" fmla="*/ 961 w 1139"/>
                <a:gd name="T111" fmla="*/ 72 h 220"/>
                <a:gd name="T112" fmla="*/ 985 w 1139"/>
                <a:gd name="T113" fmla="*/ 217 h 220"/>
                <a:gd name="T114" fmla="*/ 1070 w 1139"/>
                <a:gd name="T115" fmla="*/ 100 h 220"/>
                <a:gd name="T116" fmla="*/ 1127 w 1139"/>
                <a:gd name="T117" fmla="*/ 219 h 220"/>
                <a:gd name="T118" fmla="*/ 1139 w 1139"/>
                <a:gd name="T119" fmla="*/ 187 h 220"/>
                <a:gd name="T120" fmla="*/ 1123 w 1139"/>
                <a:gd name="T121" fmla="*/ 192 h 220"/>
                <a:gd name="T122" fmla="*/ 1104 w 1139"/>
                <a:gd name="T123" fmla="*/ 10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39" h="220">
                  <a:moveTo>
                    <a:pt x="171" y="15"/>
                  </a:moveTo>
                  <a:cubicBezTo>
                    <a:pt x="218" y="15"/>
                    <a:pt x="218" y="15"/>
                    <a:pt x="218" y="15"/>
                  </a:cubicBezTo>
                  <a:cubicBezTo>
                    <a:pt x="218" y="217"/>
                    <a:pt x="218" y="217"/>
                    <a:pt x="218" y="217"/>
                  </a:cubicBezTo>
                  <a:cubicBezTo>
                    <a:pt x="184" y="217"/>
                    <a:pt x="184" y="217"/>
                    <a:pt x="184" y="217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0"/>
                    <a:pt x="184" y="67"/>
                    <a:pt x="185" y="52"/>
                  </a:cubicBezTo>
                  <a:cubicBezTo>
                    <a:pt x="185" y="52"/>
                    <a:pt x="185" y="52"/>
                    <a:pt x="185" y="52"/>
                  </a:cubicBezTo>
                  <a:cubicBezTo>
                    <a:pt x="183" y="58"/>
                    <a:pt x="182" y="65"/>
                    <a:pt x="180" y="68"/>
                  </a:cubicBezTo>
                  <a:cubicBezTo>
                    <a:pt x="120" y="217"/>
                    <a:pt x="120" y="217"/>
                    <a:pt x="120" y="217"/>
                  </a:cubicBezTo>
                  <a:cubicBezTo>
                    <a:pt x="97" y="217"/>
                    <a:pt x="97" y="217"/>
                    <a:pt x="97" y="217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6" y="66"/>
                    <a:pt x="34" y="60"/>
                    <a:pt x="32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2" y="56"/>
                    <a:pt x="32" y="60"/>
                    <a:pt x="32" y="65"/>
                  </a:cubicBezTo>
                  <a:cubicBezTo>
                    <a:pt x="33" y="76"/>
                    <a:pt x="33" y="85"/>
                    <a:pt x="33" y="93"/>
                  </a:cubicBezTo>
                  <a:cubicBezTo>
                    <a:pt x="33" y="217"/>
                    <a:pt x="33" y="217"/>
                    <a:pt x="33" y="217"/>
                  </a:cubicBezTo>
                  <a:cubicBezTo>
                    <a:pt x="0" y="217"/>
                    <a:pt x="0" y="217"/>
                    <a:pt x="0" y="2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5" y="153"/>
                    <a:pt x="108" y="162"/>
                    <a:pt x="109" y="168"/>
                  </a:cubicBezTo>
                  <a:cubicBezTo>
                    <a:pt x="110" y="168"/>
                    <a:pt x="110" y="168"/>
                    <a:pt x="110" y="168"/>
                  </a:cubicBezTo>
                  <a:cubicBezTo>
                    <a:pt x="119" y="142"/>
                    <a:pt x="119" y="142"/>
                    <a:pt x="119" y="142"/>
                  </a:cubicBezTo>
                  <a:lnTo>
                    <a:pt x="171" y="15"/>
                  </a:lnTo>
                  <a:close/>
                  <a:moveTo>
                    <a:pt x="251" y="217"/>
                  </a:moveTo>
                  <a:cubicBezTo>
                    <a:pt x="285" y="217"/>
                    <a:pt x="285" y="217"/>
                    <a:pt x="285" y="217"/>
                  </a:cubicBezTo>
                  <a:cubicBezTo>
                    <a:pt x="285" y="72"/>
                    <a:pt x="285" y="72"/>
                    <a:pt x="285" y="72"/>
                  </a:cubicBezTo>
                  <a:cubicBezTo>
                    <a:pt x="251" y="72"/>
                    <a:pt x="251" y="72"/>
                    <a:pt x="251" y="72"/>
                  </a:cubicBezTo>
                  <a:lnTo>
                    <a:pt x="251" y="217"/>
                  </a:lnTo>
                  <a:close/>
                  <a:moveTo>
                    <a:pt x="269" y="11"/>
                  </a:moveTo>
                  <a:cubicBezTo>
                    <a:pt x="263" y="11"/>
                    <a:pt x="258" y="13"/>
                    <a:pt x="254" y="17"/>
                  </a:cubicBezTo>
                  <a:cubicBezTo>
                    <a:pt x="250" y="20"/>
                    <a:pt x="248" y="25"/>
                    <a:pt x="248" y="31"/>
                  </a:cubicBezTo>
                  <a:cubicBezTo>
                    <a:pt x="248" y="36"/>
                    <a:pt x="250" y="41"/>
                    <a:pt x="254" y="45"/>
                  </a:cubicBezTo>
                  <a:cubicBezTo>
                    <a:pt x="258" y="48"/>
                    <a:pt x="263" y="50"/>
                    <a:pt x="269" y="50"/>
                  </a:cubicBezTo>
                  <a:cubicBezTo>
                    <a:pt x="274" y="50"/>
                    <a:pt x="279" y="48"/>
                    <a:pt x="283" y="45"/>
                  </a:cubicBezTo>
                  <a:cubicBezTo>
                    <a:pt x="287" y="41"/>
                    <a:pt x="289" y="36"/>
                    <a:pt x="289" y="31"/>
                  </a:cubicBezTo>
                  <a:cubicBezTo>
                    <a:pt x="289" y="25"/>
                    <a:pt x="287" y="21"/>
                    <a:pt x="283" y="17"/>
                  </a:cubicBezTo>
                  <a:cubicBezTo>
                    <a:pt x="279" y="13"/>
                    <a:pt x="274" y="11"/>
                    <a:pt x="269" y="11"/>
                  </a:cubicBezTo>
                  <a:close/>
                  <a:moveTo>
                    <a:pt x="405" y="71"/>
                  </a:moveTo>
                  <a:cubicBezTo>
                    <a:pt x="399" y="69"/>
                    <a:pt x="393" y="69"/>
                    <a:pt x="386" y="69"/>
                  </a:cubicBezTo>
                  <a:cubicBezTo>
                    <a:pt x="371" y="69"/>
                    <a:pt x="357" y="72"/>
                    <a:pt x="345" y="79"/>
                  </a:cubicBezTo>
                  <a:cubicBezTo>
                    <a:pt x="333" y="85"/>
                    <a:pt x="324" y="95"/>
                    <a:pt x="318" y="107"/>
                  </a:cubicBezTo>
                  <a:cubicBezTo>
                    <a:pt x="312" y="119"/>
                    <a:pt x="309" y="133"/>
                    <a:pt x="309" y="148"/>
                  </a:cubicBezTo>
                  <a:cubicBezTo>
                    <a:pt x="309" y="162"/>
                    <a:pt x="312" y="174"/>
                    <a:pt x="318" y="185"/>
                  </a:cubicBezTo>
                  <a:cubicBezTo>
                    <a:pt x="324" y="196"/>
                    <a:pt x="332" y="205"/>
                    <a:pt x="343" y="211"/>
                  </a:cubicBezTo>
                  <a:cubicBezTo>
                    <a:pt x="354" y="217"/>
                    <a:pt x="366" y="220"/>
                    <a:pt x="380" y="220"/>
                  </a:cubicBezTo>
                  <a:cubicBezTo>
                    <a:pt x="396" y="220"/>
                    <a:pt x="410" y="217"/>
                    <a:pt x="421" y="211"/>
                  </a:cubicBezTo>
                  <a:cubicBezTo>
                    <a:pt x="422" y="210"/>
                    <a:pt x="422" y="210"/>
                    <a:pt x="422" y="210"/>
                  </a:cubicBezTo>
                  <a:cubicBezTo>
                    <a:pt x="422" y="179"/>
                    <a:pt x="422" y="179"/>
                    <a:pt x="422" y="179"/>
                  </a:cubicBezTo>
                  <a:cubicBezTo>
                    <a:pt x="420" y="180"/>
                    <a:pt x="420" y="180"/>
                    <a:pt x="420" y="180"/>
                  </a:cubicBezTo>
                  <a:cubicBezTo>
                    <a:pt x="415" y="184"/>
                    <a:pt x="410" y="187"/>
                    <a:pt x="404" y="189"/>
                  </a:cubicBezTo>
                  <a:cubicBezTo>
                    <a:pt x="398" y="191"/>
                    <a:pt x="392" y="192"/>
                    <a:pt x="387" y="192"/>
                  </a:cubicBezTo>
                  <a:cubicBezTo>
                    <a:pt x="374" y="192"/>
                    <a:pt x="363" y="188"/>
                    <a:pt x="355" y="180"/>
                  </a:cubicBezTo>
                  <a:cubicBezTo>
                    <a:pt x="348" y="171"/>
                    <a:pt x="344" y="160"/>
                    <a:pt x="344" y="145"/>
                  </a:cubicBezTo>
                  <a:cubicBezTo>
                    <a:pt x="344" y="131"/>
                    <a:pt x="348" y="119"/>
                    <a:pt x="356" y="110"/>
                  </a:cubicBezTo>
                  <a:cubicBezTo>
                    <a:pt x="364" y="101"/>
                    <a:pt x="375" y="97"/>
                    <a:pt x="388" y="97"/>
                  </a:cubicBezTo>
                  <a:cubicBezTo>
                    <a:pt x="399" y="97"/>
                    <a:pt x="410" y="101"/>
                    <a:pt x="420" y="108"/>
                  </a:cubicBezTo>
                  <a:cubicBezTo>
                    <a:pt x="422" y="109"/>
                    <a:pt x="422" y="109"/>
                    <a:pt x="422" y="109"/>
                  </a:cubicBezTo>
                  <a:cubicBezTo>
                    <a:pt x="422" y="76"/>
                    <a:pt x="422" y="76"/>
                    <a:pt x="422" y="76"/>
                  </a:cubicBezTo>
                  <a:cubicBezTo>
                    <a:pt x="421" y="76"/>
                    <a:pt x="421" y="76"/>
                    <a:pt x="421" y="76"/>
                  </a:cubicBezTo>
                  <a:cubicBezTo>
                    <a:pt x="417" y="74"/>
                    <a:pt x="412" y="72"/>
                    <a:pt x="405" y="71"/>
                  </a:cubicBezTo>
                  <a:close/>
                  <a:moveTo>
                    <a:pt x="517" y="70"/>
                  </a:moveTo>
                  <a:cubicBezTo>
                    <a:pt x="509" y="70"/>
                    <a:pt x="501" y="72"/>
                    <a:pt x="495" y="78"/>
                  </a:cubicBezTo>
                  <a:cubicBezTo>
                    <a:pt x="489" y="83"/>
                    <a:pt x="485" y="89"/>
                    <a:pt x="482" y="97"/>
                  </a:cubicBezTo>
                  <a:cubicBezTo>
                    <a:pt x="481" y="97"/>
                    <a:pt x="481" y="97"/>
                    <a:pt x="481" y="97"/>
                  </a:cubicBezTo>
                  <a:cubicBezTo>
                    <a:pt x="481" y="72"/>
                    <a:pt x="481" y="72"/>
                    <a:pt x="481" y="72"/>
                  </a:cubicBezTo>
                  <a:cubicBezTo>
                    <a:pt x="447" y="72"/>
                    <a:pt x="447" y="72"/>
                    <a:pt x="447" y="72"/>
                  </a:cubicBezTo>
                  <a:cubicBezTo>
                    <a:pt x="447" y="217"/>
                    <a:pt x="447" y="217"/>
                    <a:pt x="447" y="217"/>
                  </a:cubicBezTo>
                  <a:cubicBezTo>
                    <a:pt x="481" y="217"/>
                    <a:pt x="481" y="217"/>
                    <a:pt x="481" y="217"/>
                  </a:cubicBezTo>
                  <a:cubicBezTo>
                    <a:pt x="481" y="143"/>
                    <a:pt x="481" y="143"/>
                    <a:pt x="481" y="143"/>
                  </a:cubicBezTo>
                  <a:cubicBezTo>
                    <a:pt x="481" y="130"/>
                    <a:pt x="484" y="120"/>
                    <a:pt x="490" y="112"/>
                  </a:cubicBezTo>
                  <a:cubicBezTo>
                    <a:pt x="495" y="104"/>
                    <a:pt x="503" y="100"/>
                    <a:pt x="512" y="100"/>
                  </a:cubicBezTo>
                  <a:cubicBezTo>
                    <a:pt x="515" y="100"/>
                    <a:pt x="518" y="101"/>
                    <a:pt x="522" y="102"/>
                  </a:cubicBezTo>
                  <a:cubicBezTo>
                    <a:pt x="526" y="103"/>
                    <a:pt x="528" y="104"/>
                    <a:pt x="530" y="105"/>
                  </a:cubicBezTo>
                  <a:cubicBezTo>
                    <a:pt x="531" y="106"/>
                    <a:pt x="531" y="106"/>
                    <a:pt x="531" y="106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28" y="70"/>
                    <a:pt x="523" y="70"/>
                    <a:pt x="517" y="70"/>
                  </a:cubicBezTo>
                  <a:close/>
                  <a:moveTo>
                    <a:pt x="663" y="89"/>
                  </a:moveTo>
                  <a:cubicBezTo>
                    <a:pt x="675" y="102"/>
                    <a:pt x="682" y="120"/>
                    <a:pt x="682" y="143"/>
                  </a:cubicBezTo>
                  <a:cubicBezTo>
                    <a:pt x="682" y="166"/>
                    <a:pt x="675" y="185"/>
                    <a:pt x="661" y="199"/>
                  </a:cubicBezTo>
                  <a:cubicBezTo>
                    <a:pt x="648" y="213"/>
                    <a:pt x="629" y="220"/>
                    <a:pt x="606" y="220"/>
                  </a:cubicBezTo>
                  <a:cubicBezTo>
                    <a:pt x="584" y="220"/>
                    <a:pt x="566" y="213"/>
                    <a:pt x="553" y="200"/>
                  </a:cubicBezTo>
                  <a:cubicBezTo>
                    <a:pt x="540" y="187"/>
                    <a:pt x="533" y="169"/>
                    <a:pt x="533" y="146"/>
                  </a:cubicBezTo>
                  <a:cubicBezTo>
                    <a:pt x="533" y="122"/>
                    <a:pt x="540" y="103"/>
                    <a:pt x="553" y="89"/>
                  </a:cubicBezTo>
                  <a:cubicBezTo>
                    <a:pt x="567" y="76"/>
                    <a:pt x="586" y="69"/>
                    <a:pt x="610" y="69"/>
                  </a:cubicBezTo>
                  <a:cubicBezTo>
                    <a:pt x="632" y="69"/>
                    <a:pt x="650" y="75"/>
                    <a:pt x="663" y="89"/>
                  </a:cubicBezTo>
                  <a:close/>
                  <a:moveTo>
                    <a:pt x="646" y="144"/>
                  </a:moveTo>
                  <a:cubicBezTo>
                    <a:pt x="646" y="129"/>
                    <a:pt x="643" y="117"/>
                    <a:pt x="636" y="109"/>
                  </a:cubicBezTo>
                  <a:cubicBezTo>
                    <a:pt x="629" y="101"/>
                    <a:pt x="620" y="97"/>
                    <a:pt x="608" y="97"/>
                  </a:cubicBezTo>
                  <a:cubicBezTo>
                    <a:pt x="596" y="97"/>
                    <a:pt x="586" y="101"/>
                    <a:pt x="579" y="109"/>
                  </a:cubicBezTo>
                  <a:cubicBezTo>
                    <a:pt x="572" y="118"/>
                    <a:pt x="568" y="130"/>
                    <a:pt x="568" y="145"/>
                  </a:cubicBezTo>
                  <a:cubicBezTo>
                    <a:pt x="568" y="160"/>
                    <a:pt x="572" y="172"/>
                    <a:pt x="579" y="180"/>
                  </a:cubicBezTo>
                  <a:cubicBezTo>
                    <a:pt x="586" y="188"/>
                    <a:pt x="596" y="192"/>
                    <a:pt x="608" y="192"/>
                  </a:cubicBezTo>
                  <a:cubicBezTo>
                    <a:pt x="621" y="192"/>
                    <a:pt x="630" y="188"/>
                    <a:pt x="637" y="180"/>
                  </a:cubicBezTo>
                  <a:cubicBezTo>
                    <a:pt x="643" y="172"/>
                    <a:pt x="646" y="160"/>
                    <a:pt x="646" y="144"/>
                  </a:cubicBezTo>
                  <a:close/>
                  <a:moveTo>
                    <a:pt x="757" y="132"/>
                  </a:moveTo>
                  <a:cubicBezTo>
                    <a:pt x="746" y="128"/>
                    <a:pt x="739" y="124"/>
                    <a:pt x="737" y="121"/>
                  </a:cubicBezTo>
                  <a:cubicBezTo>
                    <a:pt x="734" y="119"/>
                    <a:pt x="732" y="115"/>
                    <a:pt x="732" y="110"/>
                  </a:cubicBezTo>
                  <a:cubicBezTo>
                    <a:pt x="732" y="106"/>
                    <a:pt x="734" y="103"/>
                    <a:pt x="738" y="100"/>
                  </a:cubicBezTo>
                  <a:cubicBezTo>
                    <a:pt x="741" y="97"/>
                    <a:pt x="746" y="96"/>
                    <a:pt x="752" y="96"/>
                  </a:cubicBezTo>
                  <a:cubicBezTo>
                    <a:pt x="758" y="96"/>
                    <a:pt x="764" y="97"/>
                    <a:pt x="770" y="98"/>
                  </a:cubicBezTo>
                  <a:cubicBezTo>
                    <a:pt x="776" y="100"/>
                    <a:pt x="781" y="103"/>
                    <a:pt x="785" y="105"/>
                  </a:cubicBezTo>
                  <a:cubicBezTo>
                    <a:pt x="786" y="106"/>
                    <a:pt x="786" y="106"/>
                    <a:pt x="786" y="106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2" y="73"/>
                    <a:pt x="777" y="72"/>
                    <a:pt x="770" y="70"/>
                  </a:cubicBezTo>
                  <a:cubicBezTo>
                    <a:pt x="764" y="69"/>
                    <a:pt x="758" y="69"/>
                    <a:pt x="753" y="69"/>
                  </a:cubicBezTo>
                  <a:cubicBezTo>
                    <a:pt x="737" y="69"/>
                    <a:pt x="724" y="73"/>
                    <a:pt x="714" y="81"/>
                  </a:cubicBezTo>
                  <a:cubicBezTo>
                    <a:pt x="703" y="89"/>
                    <a:pt x="698" y="100"/>
                    <a:pt x="698" y="113"/>
                  </a:cubicBezTo>
                  <a:cubicBezTo>
                    <a:pt x="698" y="120"/>
                    <a:pt x="699" y="126"/>
                    <a:pt x="701" y="131"/>
                  </a:cubicBezTo>
                  <a:cubicBezTo>
                    <a:pt x="704" y="136"/>
                    <a:pt x="707" y="141"/>
                    <a:pt x="712" y="144"/>
                  </a:cubicBezTo>
                  <a:cubicBezTo>
                    <a:pt x="716" y="148"/>
                    <a:pt x="723" y="152"/>
                    <a:pt x="733" y="156"/>
                  </a:cubicBezTo>
                  <a:cubicBezTo>
                    <a:pt x="740" y="159"/>
                    <a:pt x="746" y="162"/>
                    <a:pt x="750" y="164"/>
                  </a:cubicBezTo>
                  <a:cubicBezTo>
                    <a:pt x="754" y="166"/>
                    <a:pt x="756" y="168"/>
                    <a:pt x="758" y="171"/>
                  </a:cubicBezTo>
                  <a:cubicBezTo>
                    <a:pt x="759" y="173"/>
                    <a:pt x="760" y="175"/>
                    <a:pt x="760" y="179"/>
                  </a:cubicBezTo>
                  <a:cubicBezTo>
                    <a:pt x="760" y="188"/>
                    <a:pt x="753" y="193"/>
                    <a:pt x="738" y="193"/>
                  </a:cubicBezTo>
                  <a:cubicBezTo>
                    <a:pt x="732" y="193"/>
                    <a:pt x="726" y="192"/>
                    <a:pt x="719" y="190"/>
                  </a:cubicBezTo>
                  <a:cubicBezTo>
                    <a:pt x="712" y="187"/>
                    <a:pt x="705" y="184"/>
                    <a:pt x="700" y="180"/>
                  </a:cubicBezTo>
                  <a:cubicBezTo>
                    <a:pt x="698" y="179"/>
                    <a:pt x="698" y="179"/>
                    <a:pt x="698" y="179"/>
                  </a:cubicBezTo>
                  <a:cubicBezTo>
                    <a:pt x="698" y="212"/>
                    <a:pt x="698" y="212"/>
                    <a:pt x="698" y="212"/>
                  </a:cubicBezTo>
                  <a:cubicBezTo>
                    <a:pt x="699" y="212"/>
                    <a:pt x="699" y="212"/>
                    <a:pt x="699" y="212"/>
                  </a:cubicBezTo>
                  <a:cubicBezTo>
                    <a:pt x="703" y="215"/>
                    <a:pt x="710" y="216"/>
                    <a:pt x="717" y="218"/>
                  </a:cubicBezTo>
                  <a:cubicBezTo>
                    <a:pt x="724" y="219"/>
                    <a:pt x="731" y="220"/>
                    <a:pt x="736" y="220"/>
                  </a:cubicBezTo>
                  <a:cubicBezTo>
                    <a:pt x="754" y="220"/>
                    <a:pt x="768" y="216"/>
                    <a:pt x="778" y="208"/>
                  </a:cubicBezTo>
                  <a:cubicBezTo>
                    <a:pt x="789" y="199"/>
                    <a:pt x="794" y="188"/>
                    <a:pt x="794" y="175"/>
                  </a:cubicBezTo>
                  <a:cubicBezTo>
                    <a:pt x="794" y="165"/>
                    <a:pt x="791" y="157"/>
                    <a:pt x="786" y="150"/>
                  </a:cubicBezTo>
                  <a:cubicBezTo>
                    <a:pt x="780" y="143"/>
                    <a:pt x="770" y="137"/>
                    <a:pt x="757" y="132"/>
                  </a:cubicBezTo>
                  <a:close/>
                  <a:moveTo>
                    <a:pt x="938" y="89"/>
                  </a:moveTo>
                  <a:cubicBezTo>
                    <a:pt x="951" y="102"/>
                    <a:pt x="957" y="120"/>
                    <a:pt x="957" y="143"/>
                  </a:cubicBezTo>
                  <a:cubicBezTo>
                    <a:pt x="957" y="166"/>
                    <a:pt x="951" y="185"/>
                    <a:pt x="937" y="199"/>
                  </a:cubicBezTo>
                  <a:cubicBezTo>
                    <a:pt x="924" y="213"/>
                    <a:pt x="905" y="220"/>
                    <a:pt x="882" y="220"/>
                  </a:cubicBezTo>
                  <a:cubicBezTo>
                    <a:pt x="860" y="220"/>
                    <a:pt x="842" y="213"/>
                    <a:pt x="829" y="200"/>
                  </a:cubicBezTo>
                  <a:cubicBezTo>
                    <a:pt x="816" y="187"/>
                    <a:pt x="809" y="169"/>
                    <a:pt x="809" y="146"/>
                  </a:cubicBezTo>
                  <a:cubicBezTo>
                    <a:pt x="809" y="122"/>
                    <a:pt x="816" y="103"/>
                    <a:pt x="829" y="89"/>
                  </a:cubicBezTo>
                  <a:cubicBezTo>
                    <a:pt x="843" y="76"/>
                    <a:pt x="862" y="69"/>
                    <a:pt x="885" y="69"/>
                  </a:cubicBezTo>
                  <a:cubicBezTo>
                    <a:pt x="908" y="69"/>
                    <a:pt x="926" y="75"/>
                    <a:pt x="938" y="89"/>
                  </a:cubicBezTo>
                  <a:close/>
                  <a:moveTo>
                    <a:pt x="922" y="144"/>
                  </a:moveTo>
                  <a:cubicBezTo>
                    <a:pt x="922" y="129"/>
                    <a:pt x="919" y="117"/>
                    <a:pt x="912" y="109"/>
                  </a:cubicBezTo>
                  <a:cubicBezTo>
                    <a:pt x="905" y="101"/>
                    <a:pt x="896" y="97"/>
                    <a:pt x="884" y="97"/>
                  </a:cubicBezTo>
                  <a:cubicBezTo>
                    <a:pt x="871" y="97"/>
                    <a:pt x="862" y="101"/>
                    <a:pt x="855" y="109"/>
                  </a:cubicBezTo>
                  <a:cubicBezTo>
                    <a:pt x="848" y="118"/>
                    <a:pt x="844" y="130"/>
                    <a:pt x="844" y="145"/>
                  </a:cubicBezTo>
                  <a:cubicBezTo>
                    <a:pt x="844" y="160"/>
                    <a:pt x="848" y="172"/>
                    <a:pt x="855" y="180"/>
                  </a:cubicBezTo>
                  <a:cubicBezTo>
                    <a:pt x="862" y="188"/>
                    <a:pt x="871" y="192"/>
                    <a:pt x="884" y="192"/>
                  </a:cubicBezTo>
                  <a:cubicBezTo>
                    <a:pt x="896" y="192"/>
                    <a:pt x="906" y="188"/>
                    <a:pt x="912" y="180"/>
                  </a:cubicBezTo>
                  <a:cubicBezTo>
                    <a:pt x="919" y="172"/>
                    <a:pt x="922" y="160"/>
                    <a:pt x="922" y="144"/>
                  </a:cubicBezTo>
                  <a:close/>
                  <a:moveTo>
                    <a:pt x="1139" y="100"/>
                  </a:moveTo>
                  <a:cubicBezTo>
                    <a:pt x="1139" y="72"/>
                    <a:pt x="1139" y="72"/>
                    <a:pt x="1139" y="72"/>
                  </a:cubicBezTo>
                  <a:cubicBezTo>
                    <a:pt x="1104" y="72"/>
                    <a:pt x="1104" y="72"/>
                    <a:pt x="1104" y="72"/>
                  </a:cubicBezTo>
                  <a:cubicBezTo>
                    <a:pt x="1104" y="29"/>
                    <a:pt x="1104" y="29"/>
                    <a:pt x="1104" y="29"/>
                  </a:cubicBezTo>
                  <a:cubicBezTo>
                    <a:pt x="1103" y="29"/>
                    <a:pt x="1103" y="29"/>
                    <a:pt x="1103" y="29"/>
                  </a:cubicBezTo>
                  <a:cubicBezTo>
                    <a:pt x="1071" y="39"/>
                    <a:pt x="1071" y="39"/>
                    <a:pt x="1071" y="39"/>
                  </a:cubicBezTo>
                  <a:cubicBezTo>
                    <a:pt x="1070" y="40"/>
                    <a:pt x="1070" y="40"/>
                    <a:pt x="1070" y="40"/>
                  </a:cubicBezTo>
                  <a:cubicBezTo>
                    <a:pt x="1070" y="72"/>
                    <a:pt x="1070" y="72"/>
                    <a:pt x="1070" y="72"/>
                  </a:cubicBezTo>
                  <a:cubicBezTo>
                    <a:pt x="1019" y="72"/>
                    <a:pt x="1019" y="72"/>
                    <a:pt x="1019" y="72"/>
                  </a:cubicBezTo>
                  <a:cubicBezTo>
                    <a:pt x="1019" y="54"/>
                    <a:pt x="1019" y="54"/>
                    <a:pt x="1019" y="54"/>
                  </a:cubicBezTo>
                  <a:cubicBezTo>
                    <a:pt x="1019" y="46"/>
                    <a:pt x="1021" y="39"/>
                    <a:pt x="1025" y="35"/>
                  </a:cubicBezTo>
                  <a:cubicBezTo>
                    <a:pt x="1028" y="30"/>
                    <a:pt x="1034" y="28"/>
                    <a:pt x="1040" y="28"/>
                  </a:cubicBezTo>
                  <a:cubicBezTo>
                    <a:pt x="1045" y="28"/>
                    <a:pt x="1050" y="29"/>
                    <a:pt x="1055" y="32"/>
                  </a:cubicBezTo>
                  <a:cubicBezTo>
                    <a:pt x="1057" y="32"/>
                    <a:pt x="1057" y="32"/>
                    <a:pt x="1057" y="32"/>
                  </a:cubicBezTo>
                  <a:cubicBezTo>
                    <a:pt x="1057" y="3"/>
                    <a:pt x="1057" y="3"/>
                    <a:pt x="1057" y="3"/>
                  </a:cubicBezTo>
                  <a:cubicBezTo>
                    <a:pt x="1056" y="3"/>
                    <a:pt x="1056" y="3"/>
                    <a:pt x="1056" y="3"/>
                  </a:cubicBezTo>
                  <a:cubicBezTo>
                    <a:pt x="1051" y="1"/>
                    <a:pt x="1045" y="0"/>
                    <a:pt x="1037" y="0"/>
                  </a:cubicBezTo>
                  <a:cubicBezTo>
                    <a:pt x="1027" y="0"/>
                    <a:pt x="1018" y="3"/>
                    <a:pt x="1010" y="7"/>
                  </a:cubicBezTo>
                  <a:cubicBezTo>
                    <a:pt x="1002" y="11"/>
                    <a:pt x="996" y="17"/>
                    <a:pt x="991" y="25"/>
                  </a:cubicBezTo>
                  <a:cubicBezTo>
                    <a:pt x="987" y="33"/>
                    <a:pt x="985" y="42"/>
                    <a:pt x="985" y="52"/>
                  </a:cubicBezTo>
                  <a:cubicBezTo>
                    <a:pt x="985" y="72"/>
                    <a:pt x="985" y="72"/>
                    <a:pt x="985" y="72"/>
                  </a:cubicBezTo>
                  <a:cubicBezTo>
                    <a:pt x="961" y="72"/>
                    <a:pt x="961" y="72"/>
                    <a:pt x="961" y="72"/>
                  </a:cubicBezTo>
                  <a:cubicBezTo>
                    <a:pt x="961" y="100"/>
                    <a:pt x="961" y="100"/>
                    <a:pt x="961" y="100"/>
                  </a:cubicBezTo>
                  <a:cubicBezTo>
                    <a:pt x="985" y="100"/>
                    <a:pt x="985" y="100"/>
                    <a:pt x="985" y="100"/>
                  </a:cubicBezTo>
                  <a:cubicBezTo>
                    <a:pt x="985" y="217"/>
                    <a:pt x="985" y="217"/>
                    <a:pt x="985" y="217"/>
                  </a:cubicBezTo>
                  <a:cubicBezTo>
                    <a:pt x="1019" y="217"/>
                    <a:pt x="1019" y="217"/>
                    <a:pt x="1019" y="217"/>
                  </a:cubicBezTo>
                  <a:cubicBezTo>
                    <a:pt x="1019" y="100"/>
                    <a:pt x="1019" y="100"/>
                    <a:pt x="1019" y="100"/>
                  </a:cubicBezTo>
                  <a:cubicBezTo>
                    <a:pt x="1070" y="100"/>
                    <a:pt x="1070" y="100"/>
                    <a:pt x="1070" y="100"/>
                  </a:cubicBezTo>
                  <a:cubicBezTo>
                    <a:pt x="1070" y="174"/>
                    <a:pt x="1070" y="174"/>
                    <a:pt x="1070" y="174"/>
                  </a:cubicBezTo>
                  <a:cubicBezTo>
                    <a:pt x="1070" y="205"/>
                    <a:pt x="1084" y="220"/>
                    <a:pt x="1113" y="220"/>
                  </a:cubicBezTo>
                  <a:cubicBezTo>
                    <a:pt x="1118" y="220"/>
                    <a:pt x="1122" y="220"/>
                    <a:pt x="1127" y="219"/>
                  </a:cubicBezTo>
                  <a:cubicBezTo>
                    <a:pt x="1133" y="217"/>
                    <a:pt x="1136" y="216"/>
                    <a:pt x="1138" y="215"/>
                  </a:cubicBezTo>
                  <a:cubicBezTo>
                    <a:pt x="1139" y="215"/>
                    <a:pt x="1139" y="215"/>
                    <a:pt x="1139" y="215"/>
                  </a:cubicBezTo>
                  <a:cubicBezTo>
                    <a:pt x="1139" y="187"/>
                    <a:pt x="1139" y="187"/>
                    <a:pt x="1139" y="187"/>
                  </a:cubicBezTo>
                  <a:cubicBezTo>
                    <a:pt x="1137" y="188"/>
                    <a:pt x="1137" y="188"/>
                    <a:pt x="1137" y="188"/>
                  </a:cubicBezTo>
                  <a:cubicBezTo>
                    <a:pt x="1135" y="189"/>
                    <a:pt x="1133" y="190"/>
                    <a:pt x="1130" y="191"/>
                  </a:cubicBezTo>
                  <a:cubicBezTo>
                    <a:pt x="1127" y="192"/>
                    <a:pt x="1125" y="192"/>
                    <a:pt x="1123" y="192"/>
                  </a:cubicBezTo>
                  <a:cubicBezTo>
                    <a:pt x="1117" y="192"/>
                    <a:pt x="1112" y="190"/>
                    <a:pt x="1109" y="187"/>
                  </a:cubicBezTo>
                  <a:cubicBezTo>
                    <a:pt x="1106" y="183"/>
                    <a:pt x="1104" y="177"/>
                    <a:pt x="1104" y="168"/>
                  </a:cubicBezTo>
                  <a:cubicBezTo>
                    <a:pt x="1104" y="100"/>
                    <a:pt x="1104" y="100"/>
                    <a:pt x="1104" y="100"/>
                  </a:cubicBezTo>
                  <a:lnTo>
                    <a:pt x="1139" y="1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467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6540" y="3954457"/>
            <a:ext cx="6399213" cy="1830388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17165"/>
            <a:ext cx="8229535" cy="1828800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3333">
                      <a:schemeClr val="tx2"/>
                    </a:gs>
                    <a:gs pos="3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grpSp>
        <p:nvGrpSpPr>
          <p:cNvPr id="6" name="Group 5"/>
          <p:cNvGrpSpPr>
            <a:grpSpLocks noChangeAspect="1"/>
          </p:cNvGrpSpPr>
          <p:nvPr userDrawn="1"/>
        </p:nvGrpSpPr>
        <p:grpSpPr bwMode="gray">
          <a:xfrm>
            <a:off x="457518" y="6154121"/>
            <a:ext cx="1681413" cy="360979"/>
            <a:chOff x="457200" y="1643393"/>
            <a:chExt cx="4492753" cy="96454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gray">
            <a:xfrm>
              <a:off x="457200" y="1643393"/>
              <a:ext cx="964540" cy="964540"/>
            </a:xfrm>
            <a:prstGeom prst="rect">
              <a:avLst/>
            </a:prstGeom>
          </p:spPr>
        </p:pic>
        <p:sp>
          <p:nvSpPr>
            <p:cNvPr id="10" name="Freeform 12"/>
            <p:cNvSpPr>
              <a:spLocks noEditPoints="1"/>
            </p:cNvSpPr>
            <p:nvPr/>
          </p:nvSpPr>
          <p:spPr bwMode="gray">
            <a:xfrm>
              <a:off x="1703514" y="1792710"/>
              <a:ext cx="3246439" cy="635329"/>
            </a:xfrm>
            <a:custGeom>
              <a:avLst/>
              <a:gdLst>
                <a:gd name="T0" fmla="*/ 218 w 1139"/>
                <a:gd name="T1" fmla="*/ 217 h 220"/>
                <a:gd name="T2" fmla="*/ 185 w 1139"/>
                <a:gd name="T3" fmla="*/ 52 h 220"/>
                <a:gd name="T4" fmla="*/ 120 w 1139"/>
                <a:gd name="T5" fmla="*/ 217 h 220"/>
                <a:gd name="T6" fmla="*/ 32 w 1139"/>
                <a:gd name="T7" fmla="*/ 52 h 220"/>
                <a:gd name="T8" fmla="*/ 33 w 1139"/>
                <a:gd name="T9" fmla="*/ 93 h 220"/>
                <a:gd name="T10" fmla="*/ 0 w 1139"/>
                <a:gd name="T11" fmla="*/ 15 h 220"/>
                <a:gd name="T12" fmla="*/ 109 w 1139"/>
                <a:gd name="T13" fmla="*/ 168 h 220"/>
                <a:gd name="T14" fmla="*/ 171 w 1139"/>
                <a:gd name="T15" fmla="*/ 15 h 220"/>
                <a:gd name="T16" fmla="*/ 285 w 1139"/>
                <a:gd name="T17" fmla="*/ 72 h 220"/>
                <a:gd name="T18" fmla="*/ 269 w 1139"/>
                <a:gd name="T19" fmla="*/ 11 h 220"/>
                <a:gd name="T20" fmla="*/ 254 w 1139"/>
                <a:gd name="T21" fmla="*/ 45 h 220"/>
                <a:gd name="T22" fmla="*/ 289 w 1139"/>
                <a:gd name="T23" fmla="*/ 31 h 220"/>
                <a:gd name="T24" fmla="*/ 405 w 1139"/>
                <a:gd name="T25" fmla="*/ 71 h 220"/>
                <a:gd name="T26" fmla="*/ 318 w 1139"/>
                <a:gd name="T27" fmla="*/ 107 h 220"/>
                <a:gd name="T28" fmla="*/ 343 w 1139"/>
                <a:gd name="T29" fmla="*/ 211 h 220"/>
                <a:gd name="T30" fmla="*/ 422 w 1139"/>
                <a:gd name="T31" fmla="*/ 210 h 220"/>
                <a:gd name="T32" fmla="*/ 404 w 1139"/>
                <a:gd name="T33" fmla="*/ 189 h 220"/>
                <a:gd name="T34" fmla="*/ 344 w 1139"/>
                <a:gd name="T35" fmla="*/ 145 h 220"/>
                <a:gd name="T36" fmla="*/ 420 w 1139"/>
                <a:gd name="T37" fmla="*/ 108 h 220"/>
                <a:gd name="T38" fmla="*/ 421 w 1139"/>
                <a:gd name="T39" fmla="*/ 76 h 220"/>
                <a:gd name="T40" fmla="*/ 495 w 1139"/>
                <a:gd name="T41" fmla="*/ 78 h 220"/>
                <a:gd name="T42" fmla="*/ 481 w 1139"/>
                <a:gd name="T43" fmla="*/ 72 h 220"/>
                <a:gd name="T44" fmla="*/ 481 w 1139"/>
                <a:gd name="T45" fmla="*/ 217 h 220"/>
                <a:gd name="T46" fmla="*/ 512 w 1139"/>
                <a:gd name="T47" fmla="*/ 100 h 220"/>
                <a:gd name="T48" fmla="*/ 531 w 1139"/>
                <a:gd name="T49" fmla="*/ 106 h 220"/>
                <a:gd name="T50" fmla="*/ 517 w 1139"/>
                <a:gd name="T51" fmla="*/ 70 h 220"/>
                <a:gd name="T52" fmla="*/ 661 w 1139"/>
                <a:gd name="T53" fmla="*/ 199 h 220"/>
                <a:gd name="T54" fmla="*/ 533 w 1139"/>
                <a:gd name="T55" fmla="*/ 146 h 220"/>
                <a:gd name="T56" fmla="*/ 663 w 1139"/>
                <a:gd name="T57" fmla="*/ 89 h 220"/>
                <a:gd name="T58" fmla="*/ 608 w 1139"/>
                <a:gd name="T59" fmla="*/ 97 h 220"/>
                <a:gd name="T60" fmla="*/ 579 w 1139"/>
                <a:gd name="T61" fmla="*/ 180 h 220"/>
                <a:gd name="T62" fmla="*/ 646 w 1139"/>
                <a:gd name="T63" fmla="*/ 144 h 220"/>
                <a:gd name="T64" fmla="*/ 732 w 1139"/>
                <a:gd name="T65" fmla="*/ 110 h 220"/>
                <a:gd name="T66" fmla="*/ 770 w 1139"/>
                <a:gd name="T67" fmla="*/ 98 h 220"/>
                <a:gd name="T68" fmla="*/ 786 w 1139"/>
                <a:gd name="T69" fmla="*/ 75 h 220"/>
                <a:gd name="T70" fmla="*/ 753 w 1139"/>
                <a:gd name="T71" fmla="*/ 69 h 220"/>
                <a:gd name="T72" fmla="*/ 701 w 1139"/>
                <a:gd name="T73" fmla="*/ 131 h 220"/>
                <a:gd name="T74" fmla="*/ 750 w 1139"/>
                <a:gd name="T75" fmla="*/ 164 h 220"/>
                <a:gd name="T76" fmla="*/ 738 w 1139"/>
                <a:gd name="T77" fmla="*/ 193 h 220"/>
                <a:gd name="T78" fmla="*/ 698 w 1139"/>
                <a:gd name="T79" fmla="*/ 179 h 220"/>
                <a:gd name="T80" fmla="*/ 717 w 1139"/>
                <a:gd name="T81" fmla="*/ 218 h 220"/>
                <a:gd name="T82" fmla="*/ 794 w 1139"/>
                <a:gd name="T83" fmla="*/ 175 h 220"/>
                <a:gd name="T84" fmla="*/ 938 w 1139"/>
                <a:gd name="T85" fmla="*/ 89 h 220"/>
                <a:gd name="T86" fmla="*/ 882 w 1139"/>
                <a:gd name="T87" fmla="*/ 220 h 220"/>
                <a:gd name="T88" fmla="*/ 829 w 1139"/>
                <a:gd name="T89" fmla="*/ 89 h 220"/>
                <a:gd name="T90" fmla="*/ 922 w 1139"/>
                <a:gd name="T91" fmla="*/ 144 h 220"/>
                <a:gd name="T92" fmla="*/ 855 w 1139"/>
                <a:gd name="T93" fmla="*/ 109 h 220"/>
                <a:gd name="T94" fmla="*/ 884 w 1139"/>
                <a:gd name="T95" fmla="*/ 192 h 220"/>
                <a:gd name="T96" fmla="*/ 1139 w 1139"/>
                <a:gd name="T97" fmla="*/ 100 h 220"/>
                <a:gd name="T98" fmla="*/ 1104 w 1139"/>
                <a:gd name="T99" fmla="*/ 29 h 220"/>
                <a:gd name="T100" fmla="*/ 1070 w 1139"/>
                <a:gd name="T101" fmla="*/ 40 h 220"/>
                <a:gd name="T102" fmla="*/ 1019 w 1139"/>
                <a:gd name="T103" fmla="*/ 54 h 220"/>
                <a:gd name="T104" fmla="*/ 1055 w 1139"/>
                <a:gd name="T105" fmla="*/ 32 h 220"/>
                <a:gd name="T106" fmla="*/ 1056 w 1139"/>
                <a:gd name="T107" fmla="*/ 3 h 220"/>
                <a:gd name="T108" fmla="*/ 991 w 1139"/>
                <a:gd name="T109" fmla="*/ 25 h 220"/>
                <a:gd name="T110" fmla="*/ 961 w 1139"/>
                <a:gd name="T111" fmla="*/ 72 h 220"/>
                <a:gd name="T112" fmla="*/ 985 w 1139"/>
                <a:gd name="T113" fmla="*/ 217 h 220"/>
                <a:gd name="T114" fmla="*/ 1070 w 1139"/>
                <a:gd name="T115" fmla="*/ 100 h 220"/>
                <a:gd name="T116" fmla="*/ 1127 w 1139"/>
                <a:gd name="T117" fmla="*/ 219 h 220"/>
                <a:gd name="T118" fmla="*/ 1139 w 1139"/>
                <a:gd name="T119" fmla="*/ 187 h 220"/>
                <a:gd name="T120" fmla="*/ 1123 w 1139"/>
                <a:gd name="T121" fmla="*/ 192 h 220"/>
                <a:gd name="T122" fmla="*/ 1104 w 1139"/>
                <a:gd name="T123" fmla="*/ 10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39" h="220">
                  <a:moveTo>
                    <a:pt x="171" y="15"/>
                  </a:moveTo>
                  <a:cubicBezTo>
                    <a:pt x="218" y="15"/>
                    <a:pt x="218" y="15"/>
                    <a:pt x="218" y="15"/>
                  </a:cubicBezTo>
                  <a:cubicBezTo>
                    <a:pt x="218" y="217"/>
                    <a:pt x="218" y="217"/>
                    <a:pt x="218" y="217"/>
                  </a:cubicBezTo>
                  <a:cubicBezTo>
                    <a:pt x="184" y="217"/>
                    <a:pt x="184" y="217"/>
                    <a:pt x="184" y="217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0"/>
                    <a:pt x="184" y="67"/>
                    <a:pt x="185" y="52"/>
                  </a:cubicBezTo>
                  <a:cubicBezTo>
                    <a:pt x="185" y="52"/>
                    <a:pt x="185" y="52"/>
                    <a:pt x="185" y="52"/>
                  </a:cubicBezTo>
                  <a:cubicBezTo>
                    <a:pt x="183" y="58"/>
                    <a:pt x="182" y="65"/>
                    <a:pt x="180" y="68"/>
                  </a:cubicBezTo>
                  <a:cubicBezTo>
                    <a:pt x="120" y="217"/>
                    <a:pt x="120" y="217"/>
                    <a:pt x="120" y="217"/>
                  </a:cubicBezTo>
                  <a:cubicBezTo>
                    <a:pt x="97" y="217"/>
                    <a:pt x="97" y="217"/>
                    <a:pt x="97" y="217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6" y="66"/>
                    <a:pt x="34" y="60"/>
                    <a:pt x="32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2" y="56"/>
                    <a:pt x="32" y="60"/>
                    <a:pt x="32" y="65"/>
                  </a:cubicBezTo>
                  <a:cubicBezTo>
                    <a:pt x="33" y="76"/>
                    <a:pt x="33" y="85"/>
                    <a:pt x="33" y="93"/>
                  </a:cubicBezTo>
                  <a:cubicBezTo>
                    <a:pt x="33" y="217"/>
                    <a:pt x="33" y="217"/>
                    <a:pt x="33" y="217"/>
                  </a:cubicBezTo>
                  <a:cubicBezTo>
                    <a:pt x="0" y="217"/>
                    <a:pt x="0" y="217"/>
                    <a:pt x="0" y="2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5" y="153"/>
                    <a:pt x="108" y="162"/>
                    <a:pt x="109" y="168"/>
                  </a:cubicBezTo>
                  <a:cubicBezTo>
                    <a:pt x="110" y="168"/>
                    <a:pt x="110" y="168"/>
                    <a:pt x="110" y="168"/>
                  </a:cubicBezTo>
                  <a:cubicBezTo>
                    <a:pt x="119" y="142"/>
                    <a:pt x="119" y="142"/>
                    <a:pt x="119" y="142"/>
                  </a:cubicBezTo>
                  <a:lnTo>
                    <a:pt x="171" y="15"/>
                  </a:lnTo>
                  <a:close/>
                  <a:moveTo>
                    <a:pt x="251" y="217"/>
                  </a:moveTo>
                  <a:cubicBezTo>
                    <a:pt x="285" y="217"/>
                    <a:pt x="285" y="217"/>
                    <a:pt x="285" y="217"/>
                  </a:cubicBezTo>
                  <a:cubicBezTo>
                    <a:pt x="285" y="72"/>
                    <a:pt x="285" y="72"/>
                    <a:pt x="285" y="72"/>
                  </a:cubicBezTo>
                  <a:cubicBezTo>
                    <a:pt x="251" y="72"/>
                    <a:pt x="251" y="72"/>
                    <a:pt x="251" y="72"/>
                  </a:cubicBezTo>
                  <a:lnTo>
                    <a:pt x="251" y="217"/>
                  </a:lnTo>
                  <a:close/>
                  <a:moveTo>
                    <a:pt x="269" y="11"/>
                  </a:moveTo>
                  <a:cubicBezTo>
                    <a:pt x="263" y="11"/>
                    <a:pt x="258" y="13"/>
                    <a:pt x="254" y="17"/>
                  </a:cubicBezTo>
                  <a:cubicBezTo>
                    <a:pt x="250" y="20"/>
                    <a:pt x="248" y="25"/>
                    <a:pt x="248" y="31"/>
                  </a:cubicBezTo>
                  <a:cubicBezTo>
                    <a:pt x="248" y="36"/>
                    <a:pt x="250" y="41"/>
                    <a:pt x="254" y="45"/>
                  </a:cubicBezTo>
                  <a:cubicBezTo>
                    <a:pt x="258" y="48"/>
                    <a:pt x="263" y="50"/>
                    <a:pt x="269" y="50"/>
                  </a:cubicBezTo>
                  <a:cubicBezTo>
                    <a:pt x="274" y="50"/>
                    <a:pt x="279" y="48"/>
                    <a:pt x="283" y="45"/>
                  </a:cubicBezTo>
                  <a:cubicBezTo>
                    <a:pt x="287" y="41"/>
                    <a:pt x="289" y="36"/>
                    <a:pt x="289" y="31"/>
                  </a:cubicBezTo>
                  <a:cubicBezTo>
                    <a:pt x="289" y="25"/>
                    <a:pt x="287" y="21"/>
                    <a:pt x="283" y="17"/>
                  </a:cubicBezTo>
                  <a:cubicBezTo>
                    <a:pt x="279" y="13"/>
                    <a:pt x="274" y="11"/>
                    <a:pt x="269" y="11"/>
                  </a:cubicBezTo>
                  <a:close/>
                  <a:moveTo>
                    <a:pt x="405" y="71"/>
                  </a:moveTo>
                  <a:cubicBezTo>
                    <a:pt x="399" y="69"/>
                    <a:pt x="393" y="69"/>
                    <a:pt x="386" y="69"/>
                  </a:cubicBezTo>
                  <a:cubicBezTo>
                    <a:pt x="371" y="69"/>
                    <a:pt x="357" y="72"/>
                    <a:pt x="345" y="79"/>
                  </a:cubicBezTo>
                  <a:cubicBezTo>
                    <a:pt x="333" y="85"/>
                    <a:pt x="324" y="95"/>
                    <a:pt x="318" y="107"/>
                  </a:cubicBezTo>
                  <a:cubicBezTo>
                    <a:pt x="312" y="119"/>
                    <a:pt x="309" y="133"/>
                    <a:pt x="309" y="148"/>
                  </a:cubicBezTo>
                  <a:cubicBezTo>
                    <a:pt x="309" y="162"/>
                    <a:pt x="312" y="174"/>
                    <a:pt x="318" y="185"/>
                  </a:cubicBezTo>
                  <a:cubicBezTo>
                    <a:pt x="324" y="196"/>
                    <a:pt x="332" y="205"/>
                    <a:pt x="343" y="211"/>
                  </a:cubicBezTo>
                  <a:cubicBezTo>
                    <a:pt x="354" y="217"/>
                    <a:pt x="366" y="220"/>
                    <a:pt x="380" y="220"/>
                  </a:cubicBezTo>
                  <a:cubicBezTo>
                    <a:pt x="396" y="220"/>
                    <a:pt x="410" y="217"/>
                    <a:pt x="421" y="211"/>
                  </a:cubicBezTo>
                  <a:cubicBezTo>
                    <a:pt x="422" y="210"/>
                    <a:pt x="422" y="210"/>
                    <a:pt x="422" y="210"/>
                  </a:cubicBezTo>
                  <a:cubicBezTo>
                    <a:pt x="422" y="179"/>
                    <a:pt x="422" y="179"/>
                    <a:pt x="422" y="179"/>
                  </a:cubicBezTo>
                  <a:cubicBezTo>
                    <a:pt x="420" y="180"/>
                    <a:pt x="420" y="180"/>
                    <a:pt x="420" y="180"/>
                  </a:cubicBezTo>
                  <a:cubicBezTo>
                    <a:pt x="415" y="184"/>
                    <a:pt x="410" y="187"/>
                    <a:pt x="404" y="189"/>
                  </a:cubicBezTo>
                  <a:cubicBezTo>
                    <a:pt x="398" y="191"/>
                    <a:pt x="392" y="192"/>
                    <a:pt x="387" y="192"/>
                  </a:cubicBezTo>
                  <a:cubicBezTo>
                    <a:pt x="374" y="192"/>
                    <a:pt x="363" y="188"/>
                    <a:pt x="355" y="180"/>
                  </a:cubicBezTo>
                  <a:cubicBezTo>
                    <a:pt x="348" y="171"/>
                    <a:pt x="344" y="160"/>
                    <a:pt x="344" y="145"/>
                  </a:cubicBezTo>
                  <a:cubicBezTo>
                    <a:pt x="344" y="131"/>
                    <a:pt x="348" y="119"/>
                    <a:pt x="356" y="110"/>
                  </a:cubicBezTo>
                  <a:cubicBezTo>
                    <a:pt x="364" y="101"/>
                    <a:pt x="375" y="97"/>
                    <a:pt x="388" y="97"/>
                  </a:cubicBezTo>
                  <a:cubicBezTo>
                    <a:pt x="399" y="97"/>
                    <a:pt x="410" y="101"/>
                    <a:pt x="420" y="108"/>
                  </a:cubicBezTo>
                  <a:cubicBezTo>
                    <a:pt x="422" y="109"/>
                    <a:pt x="422" y="109"/>
                    <a:pt x="422" y="109"/>
                  </a:cubicBezTo>
                  <a:cubicBezTo>
                    <a:pt x="422" y="76"/>
                    <a:pt x="422" y="76"/>
                    <a:pt x="422" y="76"/>
                  </a:cubicBezTo>
                  <a:cubicBezTo>
                    <a:pt x="421" y="76"/>
                    <a:pt x="421" y="76"/>
                    <a:pt x="421" y="76"/>
                  </a:cubicBezTo>
                  <a:cubicBezTo>
                    <a:pt x="417" y="74"/>
                    <a:pt x="412" y="72"/>
                    <a:pt x="405" y="71"/>
                  </a:cubicBezTo>
                  <a:close/>
                  <a:moveTo>
                    <a:pt x="517" y="70"/>
                  </a:moveTo>
                  <a:cubicBezTo>
                    <a:pt x="509" y="70"/>
                    <a:pt x="501" y="72"/>
                    <a:pt x="495" y="78"/>
                  </a:cubicBezTo>
                  <a:cubicBezTo>
                    <a:pt x="489" y="83"/>
                    <a:pt x="485" y="89"/>
                    <a:pt x="482" y="97"/>
                  </a:cubicBezTo>
                  <a:cubicBezTo>
                    <a:pt x="481" y="97"/>
                    <a:pt x="481" y="97"/>
                    <a:pt x="481" y="97"/>
                  </a:cubicBezTo>
                  <a:cubicBezTo>
                    <a:pt x="481" y="72"/>
                    <a:pt x="481" y="72"/>
                    <a:pt x="481" y="72"/>
                  </a:cubicBezTo>
                  <a:cubicBezTo>
                    <a:pt x="447" y="72"/>
                    <a:pt x="447" y="72"/>
                    <a:pt x="447" y="72"/>
                  </a:cubicBezTo>
                  <a:cubicBezTo>
                    <a:pt x="447" y="217"/>
                    <a:pt x="447" y="217"/>
                    <a:pt x="447" y="217"/>
                  </a:cubicBezTo>
                  <a:cubicBezTo>
                    <a:pt x="481" y="217"/>
                    <a:pt x="481" y="217"/>
                    <a:pt x="481" y="217"/>
                  </a:cubicBezTo>
                  <a:cubicBezTo>
                    <a:pt x="481" y="143"/>
                    <a:pt x="481" y="143"/>
                    <a:pt x="481" y="143"/>
                  </a:cubicBezTo>
                  <a:cubicBezTo>
                    <a:pt x="481" y="130"/>
                    <a:pt x="484" y="120"/>
                    <a:pt x="490" y="112"/>
                  </a:cubicBezTo>
                  <a:cubicBezTo>
                    <a:pt x="495" y="104"/>
                    <a:pt x="503" y="100"/>
                    <a:pt x="512" y="100"/>
                  </a:cubicBezTo>
                  <a:cubicBezTo>
                    <a:pt x="515" y="100"/>
                    <a:pt x="518" y="101"/>
                    <a:pt x="522" y="102"/>
                  </a:cubicBezTo>
                  <a:cubicBezTo>
                    <a:pt x="526" y="103"/>
                    <a:pt x="528" y="104"/>
                    <a:pt x="530" y="105"/>
                  </a:cubicBezTo>
                  <a:cubicBezTo>
                    <a:pt x="531" y="106"/>
                    <a:pt x="531" y="106"/>
                    <a:pt x="531" y="106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28" y="70"/>
                    <a:pt x="523" y="70"/>
                    <a:pt x="517" y="70"/>
                  </a:cubicBezTo>
                  <a:close/>
                  <a:moveTo>
                    <a:pt x="663" y="89"/>
                  </a:moveTo>
                  <a:cubicBezTo>
                    <a:pt x="675" y="102"/>
                    <a:pt x="682" y="120"/>
                    <a:pt x="682" y="143"/>
                  </a:cubicBezTo>
                  <a:cubicBezTo>
                    <a:pt x="682" y="166"/>
                    <a:pt x="675" y="185"/>
                    <a:pt x="661" y="199"/>
                  </a:cubicBezTo>
                  <a:cubicBezTo>
                    <a:pt x="648" y="213"/>
                    <a:pt x="629" y="220"/>
                    <a:pt x="606" y="220"/>
                  </a:cubicBezTo>
                  <a:cubicBezTo>
                    <a:pt x="584" y="220"/>
                    <a:pt x="566" y="213"/>
                    <a:pt x="553" y="200"/>
                  </a:cubicBezTo>
                  <a:cubicBezTo>
                    <a:pt x="540" y="187"/>
                    <a:pt x="533" y="169"/>
                    <a:pt x="533" y="146"/>
                  </a:cubicBezTo>
                  <a:cubicBezTo>
                    <a:pt x="533" y="122"/>
                    <a:pt x="540" y="103"/>
                    <a:pt x="553" y="89"/>
                  </a:cubicBezTo>
                  <a:cubicBezTo>
                    <a:pt x="567" y="76"/>
                    <a:pt x="586" y="69"/>
                    <a:pt x="610" y="69"/>
                  </a:cubicBezTo>
                  <a:cubicBezTo>
                    <a:pt x="632" y="69"/>
                    <a:pt x="650" y="75"/>
                    <a:pt x="663" y="89"/>
                  </a:cubicBezTo>
                  <a:close/>
                  <a:moveTo>
                    <a:pt x="646" y="144"/>
                  </a:moveTo>
                  <a:cubicBezTo>
                    <a:pt x="646" y="129"/>
                    <a:pt x="643" y="117"/>
                    <a:pt x="636" y="109"/>
                  </a:cubicBezTo>
                  <a:cubicBezTo>
                    <a:pt x="629" y="101"/>
                    <a:pt x="620" y="97"/>
                    <a:pt x="608" y="97"/>
                  </a:cubicBezTo>
                  <a:cubicBezTo>
                    <a:pt x="596" y="97"/>
                    <a:pt x="586" y="101"/>
                    <a:pt x="579" y="109"/>
                  </a:cubicBezTo>
                  <a:cubicBezTo>
                    <a:pt x="572" y="118"/>
                    <a:pt x="568" y="130"/>
                    <a:pt x="568" y="145"/>
                  </a:cubicBezTo>
                  <a:cubicBezTo>
                    <a:pt x="568" y="160"/>
                    <a:pt x="572" y="172"/>
                    <a:pt x="579" y="180"/>
                  </a:cubicBezTo>
                  <a:cubicBezTo>
                    <a:pt x="586" y="188"/>
                    <a:pt x="596" y="192"/>
                    <a:pt x="608" y="192"/>
                  </a:cubicBezTo>
                  <a:cubicBezTo>
                    <a:pt x="621" y="192"/>
                    <a:pt x="630" y="188"/>
                    <a:pt x="637" y="180"/>
                  </a:cubicBezTo>
                  <a:cubicBezTo>
                    <a:pt x="643" y="172"/>
                    <a:pt x="646" y="160"/>
                    <a:pt x="646" y="144"/>
                  </a:cubicBezTo>
                  <a:close/>
                  <a:moveTo>
                    <a:pt x="757" y="132"/>
                  </a:moveTo>
                  <a:cubicBezTo>
                    <a:pt x="746" y="128"/>
                    <a:pt x="739" y="124"/>
                    <a:pt x="737" y="121"/>
                  </a:cubicBezTo>
                  <a:cubicBezTo>
                    <a:pt x="734" y="119"/>
                    <a:pt x="732" y="115"/>
                    <a:pt x="732" y="110"/>
                  </a:cubicBezTo>
                  <a:cubicBezTo>
                    <a:pt x="732" y="106"/>
                    <a:pt x="734" y="103"/>
                    <a:pt x="738" y="100"/>
                  </a:cubicBezTo>
                  <a:cubicBezTo>
                    <a:pt x="741" y="97"/>
                    <a:pt x="746" y="96"/>
                    <a:pt x="752" y="96"/>
                  </a:cubicBezTo>
                  <a:cubicBezTo>
                    <a:pt x="758" y="96"/>
                    <a:pt x="764" y="97"/>
                    <a:pt x="770" y="98"/>
                  </a:cubicBezTo>
                  <a:cubicBezTo>
                    <a:pt x="776" y="100"/>
                    <a:pt x="781" y="103"/>
                    <a:pt x="785" y="105"/>
                  </a:cubicBezTo>
                  <a:cubicBezTo>
                    <a:pt x="786" y="106"/>
                    <a:pt x="786" y="106"/>
                    <a:pt x="786" y="106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2" y="73"/>
                    <a:pt x="777" y="72"/>
                    <a:pt x="770" y="70"/>
                  </a:cubicBezTo>
                  <a:cubicBezTo>
                    <a:pt x="764" y="69"/>
                    <a:pt x="758" y="69"/>
                    <a:pt x="753" y="69"/>
                  </a:cubicBezTo>
                  <a:cubicBezTo>
                    <a:pt x="737" y="69"/>
                    <a:pt x="724" y="73"/>
                    <a:pt x="714" y="81"/>
                  </a:cubicBezTo>
                  <a:cubicBezTo>
                    <a:pt x="703" y="89"/>
                    <a:pt x="698" y="100"/>
                    <a:pt x="698" y="113"/>
                  </a:cubicBezTo>
                  <a:cubicBezTo>
                    <a:pt x="698" y="120"/>
                    <a:pt x="699" y="126"/>
                    <a:pt x="701" y="131"/>
                  </a:cubicBezTo>
                  <a:cubicBezTo>
                    <a:pt x="704" y="136"/>
                    <a:pt x="707" y="141"/>
                    <a:pt x="712" y="144"/>
                  </a:cubicBezTo>
                  <a:cubicBezTo>
                    <a:pt x="716" y="148"/>
                    <a:pt x="723" y="152"/>
                    <a:pt x="733" y="156"/>
                  </a:cubicBezTo>
                  <a:cubicBezTo>
                    <a:pt x="740" y="159"/>
                    <a:pt x="746" y="162"/>
                    <a:pt x="750" y="164"/>
                  </a:cubicBezTo>
                  <a:cubicBezTo>
                    <a:pt x="754" y="166"/>
                    <a:pt x="756" y="168"/>
                    <a:pt x="758" y="171"/>
                  </a:cubicBezTo>
                  <a:cubicBezTo>
                    <a:pt x="759" y="173"/>
                    <a:pt x="760" y="175"/>
                    <a:pt x="760" y="179"/>
                  </a:cubicBezTo>
                  <a:cubicBezTo>
                    <a:pt x="760" y="188"/>
                    <a:pt x="753" y="193"/>
                    <a:pt x="738" y="193"/>
                  </a:cubicBezTo>
                  <a:cubicBezTo>
                    <a:pt x="732" y="193"/>
                    <a:pt x="726" y="192"/>
                    <a:pt x="719" y="190"/>
                  </a:cubicBezTo>
                  <a:cubicBezTo>
                    <a:pt x="712" y="187"/>
                    <a:pt x="705" y="184"/>
                    <a:pt x="700" y="180"/>
                  </a:cubicBezTo>
                  <a:cubicBezTo>
                    <a:pt x="698" y="179"/>
                    <a:pt x="698" y="179"/>
                    <a:pt x="698" y="179"/>
                  </a:cubicBezTo>
                  <a:cubicBezTo>
                    <a:pt x="698" y="212"/>
                    <a:pt x="698" y="212"/>
                    <a:pt x="698" y="212"/>
                  </a:cubicBezTo>
                  <a:cubicBezTo>
                    <a:pt x="699" y="212"/>
                    <a:pt x="699" y="212"/>
                    <a:pt x="699" y="212"/>
                  </a:cubicBezTo>
                  <a:cubicBezTo>
                    <a:pt x="703" y="215"/>
                    <a:pt x="710" y="216"/>
                    <a:pt x="717" y="218"/>
                  </a:cubicBezTo>
                  <a:cubicBezTo>
                    <a:pt x="724" y="219"/>
                    <a:pt x="731" y="220"/>
                    <a:pt x="736" y="220"/>
                  </a:cubicBezTo>
                  <a:cubicBezTo>
                    <a:pt x="754" y="220"/>
                    <a:pt x="768" y="216"/>
                    <a:pt x="778" y="208"/>
                  </a:cubicBezTo>
                  <a:cubicBezTo>
                    <a:pt x="789" y="199"/>
                    <a:pt x="794" y="188"/>
                    <a:pt x="794" y="175"/>
                  </a:cubicBezTo>
                  <a:cubicBezTo>
                    <a:pt x="794" y="165"/>
                    <a:pt x="791" y="157"/>
                    <a:pt x="786" y="150"/>
                  </a:cubicBezTo>
                  <a:cubicBezTo>
                    <a:pt x="780" y="143"/>
                    <a:pt x="770" y="137"/>
                    <a:pt x="757" y="132"/>
                  </a:cubicBezTo>
                  <a:close/>
                  <a:moveTo>
                    <a:pt x="938" y="89"/>
                  </a:moveTo>
                  <a:cubicBezTo>
                    <a:pt x="951" y="102"/>
                    <a:pt x="957" y="120"/>
                    <a:pt x="957" y="143"/>
                  </a:cubicBezTo>
                  <a:cubicBezTo>
                    <a:pt x="957" y="166"/>
                    <a:pt x="951" y="185"/>
                    <a:pt x="937" y="199"/>
                  </a:cubicBezTo>
                  <a:cubicBezTo>
                    <a:pt x="924" y="213"/>
                    <a:pt x="905" y="220"/>
                    <a:pt x="882" y="220"/>
                  </a:cubicBezTo>
                  <a:cubicBezTo>
                    <a:pt x="860" y="220"/>
                    <a:pt x="842" y="213"/>
                    <a:pt x="829" y="200"/>
                  </a:cubicBezTo>
                  <a:cubicBezTo>
                    <a:pt x="816" y="187"/>
                    <a:pt x="809" y="169"/>
                    <a:pt x="809" y="146"/>
                  </a:cubicBezTo>
                  <a:cubicBezTo>
                    <a:pt x="809" y="122"/>
                    <a:pt x="816" y="103"/>
                    <a:pt x="829" y="89"/>
                  </a:cubicBezTo>
                  <a:cubicBezTo>
                    <a:pt x="843" y="76"/>
                    <a:pt x="862" y="69"/>
                    <a:pt x="885" y="69"/>
                  </a:cubicBezTo>
                  <a:cubicBezTo>
                    <a:pt x="908" y="69"/>
                    <a:pt x="926" y="75"/>
                    <a:pt x="938" y="89"/>
                  </a:cubicBezTo>
                  <a:close/>
                  <a:moveTo>
                    <a:pt x="922" y="144"/>
                  </a:moveTo>
                  <a:cubicBezTo>
                    <a:pt x="922" y="129"/>
                    <a:pt x="919" y="117"/>
                    <a:pt x="912" y="109"/>
                  </a:cubicBezTo>
                  <a:cubicBezTo>
                    <a:pt x="905" y="101"/>
                    <a:pt x="896" y="97"/>
                    <a:pt x="884" y="97"/>
                  </a:cubicBezTo>
                  <a:cubicBezTo>
                    <a:pt x="871" y="97"/>
                    <a:pt x="862" y="101"/>
                    <a:pt x="855" y="109"/>
                  </a:cubicBezTo>
                  <a:cubicBezTo>
                    <a:pt x="848" y="118"/>
                    <a:pt x="844" y="130"/>
                    <a:pt x="844" y="145"/>
                  </a:cubicBezTo>
                  <a:cubicBezTo>
                    <a:pt x="844" y="160"/>
                    <a:pt x="848" y="172"/>
                    <a:pt x="855" y="180"/>
                  </a:cubicBezTo>
                  <a:cubicBezTo>
                    <a:pt x="862" y="188"/>
                    <a:pt x="871" y="192"/>
                    <a:pt x="884" y="192"/>
                  </a:cubicBezTo>
                  <a:cubicBezTo>
                    <a:pt x="896" y="192"/>
                    <a:pt x="906" y="188"/>
                    <a:pt x="912" y="180"/>
                  </a:cubicBezTo>
                  <a:cubicBezTo>
                    <a:pt x="919" y="172"/>
                    <a:pt x="922" y="160"/>
                    <a:pt x="922" y="144"/>
                  </a:cubicBezTo>
                  <a:close/>
                  <a:moveTo>
                    <a:pt x="1139" y="100"/>
                  </a:moveTo>
                  <a:cubicBezTo>
                    <a:pt x="1139" y="72"/>
                    <a:pt x="1139" y="72"/>
                    <a:pt x="1139" y="72"/>
                  </a:cubicBezTo>
                  <a:cubicBezTo>
                    <a:pt x="1104" y="72"/>
                    <a:pt x="1104" y="72"/>
                    <a:pt x="1104" y="72"/>
                  </a:cubicBezTo>
                  <a:cubicBezTo>
                    <a:pt x="1104" y="29"/>
                    <a:pt x="1104" y="29"/>
                    <a:pt x="1104" y="29"/>
                  </a:cubicBezTo>
                  <a:cubicBezTo>
                    <a:pt x="1103" y="29"/>
                    <a:pt x="1103" y="29"/>
                    <a:pt x="1103" y="29"/>
                  </a:cubicBezTo>
                  <a:cubicBezTo>
                    <a:pt x="1071" y="39"/>
                    <a:pt x="1071" y="39"/>
                    <a:pt x="1071" y="39"/>
                  </a:cubicBezTo>
                  <a:cubicBezTo>
                    <a:pt x="1070" y="40"/>
                    <a:pt x="1070" y="40"/>
                    <a:pt x="1070" y="40"/>
                  </a:cubicBezTo>
                  <a:cubicBezTo>
                    <a:pt x="1070" y="72"/>
                    <a:pt x="1070" y="72"/>
                    <a:pt x="1070" y="72"/>
                  </a:cubicBezTo>
                  <a:cubicBezTo>
                    <a:pt x="1019" y="72"/>
                    <a:pt x="1019" y="72"/>
                    <a:pt x="1019" y="72"/>
                  </a:cubicBezTo>
                  <a:cubicBezTo>
                    <a:pt x="1019" y="54"/>
                    <a:pt x="1019" y="54"/>
                    <a:pt x="1019" y="54"/>
                  </a:cubicBezTo>
                  <a:cubicBezTo>
                    <a:pt x="1019" y="46"/>
                    <a:pt x="1021" y="39"/>
                    <a:pt x="1025" y="35"/>
                  </a:cubicBezTo>
                  <a:cubicBezTo>
                    <a:pt x="1028" y="30"/>
                    <a:pt x="1034" y="28"/>
                    <a:pt x="1040" y="28"/>
                  </a:cubicBezTo>
                  <a:cubicBezTo>
                    <a:pt x="1045" y="28"/>
                    <a:pt x="1050" y="29"/>
                    <a:pt x="1055" y="32"/>
                  </a:cubicBezTo>
                  <a:cubicBezTo>
                    <a:pt x="1057" y="32"/>
                    <a:pt x="1057" y="32"/>
                    <a:pt x="1057" y="32"/>
                  </a:cubicBezTo>
                  <a:cubicBezTo>
                    <a:pt x="1057" y="3"/>
                    <a:pt x="1057" y="3"/>
                    <a:pt x="1057" y="3"/>
                  </a:cubicBezTo>
                  <a:cubicBezTo>
                    <a:pt x="1056" y="3"/>
                    <a:pt x="1056" y="3"/>
                    <a:pt x="1056" y="3"/>
                  </a:cubicBezTo>
                  <a:cubicBezTo>
                    <a:pt x="1051" y="1"/>
                    <a:pt x="1045" y="0"/>
                    <a:pt x="1037" y="0"/>
                  </a:cubicBezTo>
                  <a:cubicBezTo>
                    <a:pt x="1027" y="0"/>
                    <a:pt x="1018" y="3"/>
                    <a:pt x="1010" y="7"/>
                  </a:cubicBezTo>
                  <a:cubicBezTo>
                    <a:pt x="1002" y="11"/>
                    <a:pt x="996" y="17"/>
                    <a:pt x="991" y="25"/>
                  </a:cubicBezTo>
                  <a:cubicBezTo>
                    <a:pt x="987" y="33"/>
                    <a:pt x="985" y="42"/>
                    <a:pt x="985" y="52"/>
                  </a:cubicBezTo>
                  <a:cubicBezTo>
                    <a:pt x="985" y="72"/>
                    <a:pt x="985" y="72"/>
                    <a:pt x="985" y="72"/>
                  </a:cubicBezTo>
                  <a:cubicBezTo>
                    <a:pt x="961" y="72"/>
                    <a:pt x="961" y="72"/>
                    <a:pt x="961" y="72"/>
                  </a:cubicBezTo>
                  <a:cubicBezTo>
                    <a:pt x="961" y="100"/>
                    <a:pt x="961" y="100"/>
                    <a:pt x="961" y="100"/>
                  </a:cubicBezTo>
                  <a:cubicBezTo>
                    <a:pt x="985" y="100"/>
                    <a:pt x="985" y="100"/>
                    <a:pt x="985" y="100"/>
                  </a:cubicBezTo>
                  <a:cubicBezTo>
                    <a:pt x="985" y="217"/>
                    <a:pt x="985" y="217"/>
                    <a:pt x="985" y="217"/>
                  </a:cubicBezTo>
                  <a:cubicBezTo>
                    <a:pt x="1019" y="217"/>
                    <a:pt x="1019" y="217"/>
                    <a:pt x="1019" y="217"/>
                  </a:cubicBezTo>
                  <a:cubicBezTo>
                    <a:pt x="1019" y="100"/>
                    <a:pt x="1019" y="100"/>
                    <a:pt x="1019" y="100"/>
                  </a:cubicBezTo>
                  <a:cubicBezTo>
                    <a:pt x="1070" y="100"/>
                    <a:pt x="1070" y="100"/>
                    <a:pt x="1070" y="100"/>
                  </a:cubicBezTo>
                  <a:cubicBezTo>
                    <a:pt x="1070" y="174"/>
                    <a:pt x="1070" y="174"/>
                    <a:pt x="1070" y="174"/>
                  </a:cubicBezTo>
                  <a:cubicBezTo>
                    <a:pt x="1070" y="205"/>
                    <a:pt x="1084" y="220"/>
                    <a:pt x="1113" y="220"/>
                  </a:cubicBezTo>
                  <a:cubicBezTo>
                    <a:pt x="1118" y="220"/>
                    <a:pt x="1122" y="220"/>
                    <a:pt x="1127" y="219"/>
                  </a:cubicBezTo>
                  <a:cubicBezTo>
                    <a:pt x="1133" y="217"/>
                    <a:pt x="1136" y="216"/>
                    <a:pt x="1138" y="215"/>
                  </a:cubicBezTo>
                  <a:cubicBezTo>
                    <a:pt x="1139" y="215"/>
                    <a:pt x="1139" y="215"/>
                    <a:pt x="1139" y="215"/>
                  </a:cubicBezTo>
                  <a:cubicBezTo>
                    <a:pt x="1139" y="187"/>
                    <a:pt x="1139" y="187"/>
                    <a:pt x="1139" y="187"/>
                  </a:cubicBezTo>
                  <a:cubicBezTo>
                    <a:pt x="1137" y="188"/>
                    <a:pt x="1137" y="188"/>
                    <a:pt x="1137" y="188"/>
                  </a:cubicBezTo>
                  <a:cubicBezTo>
                    <a:pt x="1135" y="189"/>
                    <a:pt x="1133" y="190"/>
                    <a:pt x="1130" y="191"/>
                  </a:cubicBezTo>
                  <a:cubicBezTo>
                    <a:pt x="1127" y="192"/>
                    <a:pt x="1125" y="192"/>
                    <a:pt x="1123" y="192"/>
                  </a:cubicBezTo>
                  <a:cubicBezTo>
                    <a:pt x="1117" y="192"/>
                    <a:pt x="1112" y="190"/>
                    <a:pt x="1109" y="187"/>
                  </a:cubicBezTo>
                  <a:cubicBezTo>
                    <a:pt x="1106" y="183"/>
                    <a:pt x="1104" y="177"/>
                    <a:pt x="1104" y="168"/>
                  </a:cubicBezTo>
                  <a:cubicBezTo>
                    <a:pt x="1104" y="100"/>
                    <a:pt x="1104" y="100"/>
                    <a:pt x="1104" y="100"/>
                  </a:cubicBezTo>
                  <a:lnTo>
                    <a:pt x="1139" y="10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60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81685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98522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>
            <a:spAutoFit/>
          </a:bodyPr>
          <a:lstStyle>
            <a:lvl1pPr>
              <a:defRPr sz="36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94197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>
            <a:sp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319683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6836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6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6836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6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53403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6836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6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68368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6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83987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37130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257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113570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2751698"/>
          </a:xfrm>
          <a:noFill/>
        </p:spPr>
        <p:txBody>
          <a:bodyPr tIns="91440" bIns="91440" anchor="t" anchorCtr="0"/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1829593"/>
          </a:xfrm>
          <a:noFill/>
        </p:spPr>
        <p:txBody>
          <a:bodyPr lIns="182880" tIns="146304" rIns="182880" bIns="146304">
            <a:noAutofit/>
          </a:bodyPr>
          <a:lstStyle>
            <a:lvl1pPr marL="0" indent="0">
              <a:spcBef>
                <a:spcPts val="0"/>
              </a:spcBef>
              <a:buNone/>
              <a:defRPr sz="36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923861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2751698"/>
          </a:xfrm>
          <a:noFill/>
        </p:spPr>
        <p:txBody>
          <a:bodyPr tIns="91440" bIns="91440" anchor="t" anchorCtr="0"/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2159412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75357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62536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72271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52680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450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344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928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7738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2888"/>
            <a:ext cx="11856403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Microsoft Corporation. All rights reserved.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59230" y="3145040"/>
            <a:ext cx="3288506" cy="70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5873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996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6951" y="3096243"/>
            <a:ext cx="9324701" cy="508524"/>
          </a:xfrm>
          <a:noFill/>
        </p:spPr>
        <p:txBody>
          <a:bodyPr wrap="square" lIns="0" tIns="0" rIns="0" bIns="0" anchor="t" anchorCtr="0">
            <a:spAutoFit/>
          </a:bodyPr>
          <a:lstStyle>
            <a:lvl1pPr algn="l" defTabSz="95130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72" b="0" kern="1200" cap="none" spc="-51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44417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560" y="1144706"/>
            <a:ext cx="9327356" cy="2435131"/>
          </a:xfrm>
        </p:spPr>
        <p:txBody>
          <a:bodyPr anchor="b"/>
          <a:lstStyle>
            <a:lvl1pPr algn="ctr">
              <a:defRPr sz="61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560" y="3673745"/>
            <a:ext cx="9327356" cy="523733"/>
          </a:xfrm>
        </p:spPr>
        <p:txBody>
          <a:bodyPr/>
          <a:lstStyle>
            <a:lvl1pPr marL="0" indent="0" algn="ctr">
              <a:buNone/>
              <a:defRPr sz="2448"/>
            </a:lvl1pPr>
            <a:lvl2pPr marL="466298" indent="0" algn="ctr">
              <a:buNone/>
              <a:defRPr sz="2040"/>
            </a:lvl2pPr>
            <a:lvl3pPr marL="932597" indent="0" algn="ctr">
              <a:buNone/>
              <a:defRPr sz="1836"/>
            </a:lvl3pPr>
            <a:lvl4pPr marL="1398895" indent="0" algn="ctr">
              <a:buNone/>
              <a:defRPr sz="1632"/>
            </a:lvl4pPr>
            <a:lvl5pPr marL="1865193" indent="0" algn="ctr">
              <a:buNone/>
              <a:defRPr sz="1632"/>
            </a:lvl5pPr>
            <a:lvl6pPr marL="2331491" indent="0" algn="ctr">
              <a:buNone/>
              <a:defRPr sz="1632"/>
            </a:lvl6pPr>
            <a:lvl7pPr marL="2797790" indent="0" algn="ctr">
              <a:buNone/>
              <a:defRPr sz="1632"/>
            </a:lvl7pPr>
            <a:lvl8pPr marL="3264088" indent="0" algn="ctr">
              <a:buNone/>
              <a:defRPr sz="1632"/>
            </a:lvl8pPr>
            <a:lvl9pPr marL="3730386" indent="0" algn="ctr">
              <a:buNone/>
              <a:defRPr sz="1632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0" y="383683"/>
            <a:ext cx="4767315" cy="9844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84" y="6337916"/>
            <a:ext cx="1252975" cy="43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6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14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_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436475" cy="6995517"/>
          </a:xfrm>
          <a:prstGeom prst="rect">
            <a:avLst/>
          </a:prstGeom>
        </p:spPr>
      </p:pic>
      <p:grpSp>
        <p:nvGrpSpPr>
          <p:cNvPr id="14" name="Group 13"/>
          <p:cNvGrpSpPr>
            <a:grpSpLocks noChangeAspect="1"/>
          </p:cNvGrpSpPr>
          <p:nvPr userDrawn="1"/>
        </p:nvGrpSpPr>
        <p:grpSpPr bwMode="gray">
          <a:xfrm>
            <a:off x="479861" y="479425"/>
            <a:ext cx="1681413" cy="360979"/>
            <a:chOff x="457200" y="1643393"/>
            <a:chExt cx="4492753" cy="96454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 bwMode="gray">
            <a:xfrm>
              <a:off x="457200" y="1643393"/>
              <a:ext cx="964540" cy="964540"/>
            </a:xfrm>
            <a:prstGeom prst="rect">
              <a:avLst/>
            </a:prstGeom>
          </p:spPr>
        </p:pic>
        <p:sp>
          <p:nvSpPr>
            <p:cNvPr id="16" name="Freeform 12"/>
            <p:cNvSpPr>
              <a:spLocks noEditPoints="1"/>
            </p:cNvSpPr>
            <p:nvPr/>
          </p:nvSpPr>
          <p:spPr bwMode="gray">
            <a:xfrm>
              <a:off x="1703514" y="1792710"/>
              <a:ext cx="3246439" cy="635329"/>
            </a:xfrm>
            <a:custGeom>
              <a:avLst/>
              <a:gdLst>
                <a:gd name="T0" fmla="*/ 218 w 1139"/>
                <a:gd name="T1" fmla="*/ 217 h 220"/>
                <a:gd name="T2" fmla="*/ 185 w 1139"/>
                <a:gd name="T3" fmla="*/ 52 h 220"/>
                <a:gd name="T4" fmla="*/ 120 w 1139"/>
                <a:gd name="T5" fmla="*/ 217 h 220"/>
                <a:gd name="T6" fmla="*/ 32 w 1139"/>
                <a:gd name="T7" fmla="*/ 52 h 220"/>
                <a:gd name="T8" fmla="*/ 33 w 1139"/>
                <a:gd name="T9" fmla="*/ 93 h 220"/>
                <a:gd name="T10" fmla="*/ 0 w 1139"/>
                <a:gd name="T11" fmla="*/ 15 h 220"/>
                <a:gd name="T12" fmla="*/ 109 w 1139"/>
                <a:gd name="T13" fmla="*/ 168 h 220"/>
                <a:gd name="T14" fmla="*/ 171 w 1139"/>
                <a:gd name="T15" fmla="*/ 15 h 220"/>
                <a:gd name="T16" fmla="*/ 285 w 1139"/>
                <a:gd name="T17" fmla="*/ 72 h 220"/>
                <a:gd name="T18" fmla="*/ 269 w 1139"/>
                <a:gd name="T19" fmla="*/ 11 h 220"/>
                <a:gd name="T20" fmla="*/ 254 w 1139"/>
                <a:gd name="T21" fmla="*/ 45 h 220"/>
                <a:gd name="T22" fmla="*/ 289 w 1139"/>
                <a:gd name="T23" fmla="*/ 31 h 220"/>
                <a:gd name="T24" fmla="*/ 405 w 1139"/>
                <a:gd name="T25" fmla="*/ 71 h 220"/>
                <a:gd name="T26" fmla="*/ 318 w 1139"/>
                <a:gd name="T27" fmla="*/ 107 h 220"/>
                <a:gd name="T28" fmla="*/ 343 w 1139"/>
                <a:gd name="T29" fmla="*/ 211 h 220"/>
                <a:gd name="T30" fmla="*/ 422 w 1139"/>
                <a:gd name="T31" fmla="*/ 210 h 220"/>
                <a:gd name="T32" fmla="*/ 404 w 1139"/>
                <a:gd name="T33" fmla="*/ 189 h 220"/>
                <a:gd name="T34" fmla="*/ 344 w 1139"/>
                <a:gd name="T35" fmla="*/ 145 h 220"/>
                <a:gd name="T36" fmla="*/ 420 w 1139"/>
                <a:gd name="T37" fmla="*/ 108 h 220"/>
                <a:gd name="T38" fmla="*/ 421 w 1139"/>
                <a:gd name="T39" fmla="*/ 76 h 220"/>
                <a:gd name="T40" fmla="*/ 495 w 1139"/>
                <a:gd name="T41" fmla="*/ 78 h 220"/>
                <a:gd name="T42" fmla="*/ 481 w 1139"/>
                <a:gd name="T43" fmla="*/ 72 h 220"/>
                <a:gd name="T44" fmla="*/ 481 w 1139"/>
                <a:gd name="T45" fmla="*/ 217 h 220"/>
                <a:gd name="T46" fmla="*/ 512 w 1139"/>
                <a:gd name="T47" fmla="*/ 100 h 220"/>
                <a:gd name="T48" fmla="*/ 531 w 1139"/>
                <a:gd name="T49" fmla="*/ 106 h 220"/>
                <a:gd name="T50" fmla="*/ 517 w 1139"/>
                <a:gd name="T51" fmla="*/ 70 h 220"/>
                <a:gd name="T52" fmla="*/ 661 w 1139"/>
                <a:gd name="T53" fmla="*/ 199 h 220"/>
                <a:gd name="T54" fmla="*/ 533 w 1139"/>
                <a:gd name="T55" fmla="*/ 146 h 220"/>
                <a:gd name="T56" fmla="*/ 663 w 1139"/>
                <a:gd name="T57" fmla="*/ 89 h 220"/>
                <a:gd name="T58" fmla="*/ 608 w 1139"/>
                <a:gd name="T59" fmla="*/ 97 h 220"/>
                <a:gd name="T60" fmla="*/ 579 w 1139"/>
                <a:gd name="T61" fmla="*/ 180 h 220"/>
                <a:gd name="T62" fmla="*/ 646 w 1139"/>
                <a:gd name="T63" fmla="*/ 144 h 220"/>
                <a:gd name="T64" fmla="*/ 732 w 1139"/>
                <a:gd name="T65" fmla="*/ 110 h 220"/>
                <a:gd name="T66" fmla="*/ 770 w 1139"/>
                <a:gd name="T67" fmla="*/ 98 h 220"/>
                <a:gd name="T68" fmla="*/ 786 w 1139"/>
                <a:gd name="T69" fmla="*/ 75 h 220"/>
                <a:gd name="T70" fmla="*/ 753 w 1139"/>
                <a:gd name="T71" fmla="*/ 69 h 220"/>
                <a:gd name="T72" fmla="*/ 701 w 1139"/>
                <a:gd name="T73" fmla="*/ 131 h 220"/>
                <a:gd name="T74" fmla="*/ 750 w 1139"/>
                <a:gd name="T75" fmla="*/ 164 h 220"/>
                <a:gd name="T76" fmla="*/ 738 w 1139"/>
                <a:gd name="T77" fmla="*/ 193 h 220"/>
                <a:gd name="T78" fmla="*/ 698 w 1139"/>
                <a:gd name="T79" fmla="*/ 179 h 220"/>
                <a:gd name="T80" fmla="*/ 717 w 1139"/>
                <a:gd name="T81" fmla="*/ 218 h 220"/>
                <a:gd name="T82" fmla="*/ 794 w 1139"/>
                <a:gd name="T83" fmla="*/ 175 h 220"/>
                <a:gd name="T84" fmla="*/ 938 w 1139"/>
                <a:gd name="T85" fmla="*/ 89 h 220"/>
                <a:gd name="T86" fmla="*/ 882 w 1139"/>
                <a:gd name="T87" fmla="*/ 220 h 220"/>
                <a:gd name="T88" fmla="*/ 829 w 1139"/>
                <a:gd name="T89" fmla="*/ 89 h 220"/>
                <a:gd name="T90" fmla="*/ 922 w 1139"/>
                <a:gd name="T91" fmla="*/ 144 h 220"/>
                <a:gd name="T92" fmla="*/ 855 w 1139"/>
                <a:gd name="T93" fmla="*/ 109 h 220"/>
                <a:gd name="T94" fmla="*/ 884 w 1139"/>
                <a:gd name="T95" fmla="*/ 192 h 220"/>
                <a:gd name="T96" fmla="*/ 1139 w 1139"/>
                <a:gd name="T97" fmla="*/ 100 h 220"/>
                <a:gd name="T98" fmla="*/ 1104 w 1139"/>
                <a:gd name="T99" fmla="*/ 29 h 220"/>
                <a:gd name="T100" fmla="*/ 1070 w 1139"/>
                <a:gd name="T101" fmla="*/ 40 h 220"/>
                <a:gd name="T102" fmla="*/ 1019 w 1139"/>
                <a:gd name="T103" fmla="*/ 54 h 220"/>
                <a:gd name="T104" fmla="*/ 1055 w 1139"/>
                <a:gd name="T105" fmla="*/ 32 h 220"/>
                <a:gd name="T106" fmla="*/ 1056 w 1139"/>
                <a:gd name="T107" fmla="*/ 3 h 220"/>
                <a:gd name="T108" fmla="*/ 991 w 1139"/>
                <a:gd name="T109" fmla="*/ 25 h 220"/>
                <a:gd name="T110" fmla="*/ 961 w 1139"/>
                <a:gd name="T111" fmla="*/ 72 h 220"/>
                <a:gd name="T112" fmla="*/ 985 w 1139"/>
                <a:gd name="T113" fmla="*/ 217 h 220"/>
                <a:gd name="T114" fmla="*/ 1070 w 1139"/>
                <a:gd name="T115" fmla="*/ 100 h 220"/>
                <a:gd name="T116" fmla="*/ 1127 w 1139"/>
                <a:gd name="T117" fmla="*/ 219 h 220"/>
                <a:gd name="T118" fmla="*/ 1139 w 1139"/>
                <a:gd name="T119" fmla="*/ 187 h 220"/>
                <a:gd name="T120" fmla="*/ 1123 w 1139"/>
                <a:gd name="T121" fmla="*/ 192 h 220"/>
                <a:gd name="T122" fmla="*/ 1104 w 1139"/>
                <a:gd name="T123" fmla="*/ 10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39" h="220">
                  <a:moveTo>
                    <a:pt x="171" y="15"/>
                  </a:moveTo>
                  <a:cubicBezTo>
                    <a:pt x="218" y="15"/>
                    <a:pt x="218" y="15"/>
                    <a:pt x="218" y="15"/>
                  </a:cubicBezTo>
                  <a:cubicBezTo>
                    <a:pt x="218" y="217"/>
                    <a:pt x="218" y="217"/>
                    <a:pt x="218" y="217"/>
                  </a:cubicBezTo>
                  <a:cubicBezTo>
                    <a:pt x="184" y="217"/>
                    <a:pt x="184" y="217"/>
                    <a:pt x="184" y="217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0"/>
                    <a:pt x="184" y="67"/>
                    <a:pt x="185" y="52"/>
                  </a:cubicBezTo>
                  <a:cubicBezTo>
                    <a:pt x="185" y="52"/>
                    <a:pt x="185" y="52"/>
                    <a:pt x="185" y="52"/>
                  </a:cubicBezTo>
                  <a:cubicBezTo>
                    <a:pt x="183" y="58"/>
                    <a:pt x="182" y="65"/>
                    <a:pt x="180" y="68"/>
                  </a:cubicBezTo>
                  <a:cubicBezTo>
                    <a:pt x="120" y="217"/>
                    <a:pt x="120" y="217"/>
                    <a:pt x="120" y="217"/>
                  </a:cubicBezTo>
                  <a:cubicBezTo>
                    <a:pt x="97" y="217"/>
                    <a:pt x="97" y="217"/>
                    <a:pt x="97" y="217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6" y="66"/>
                    <a:pt x="34" y="60"/>
                    <a:pt x="32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2" y="56"/>
                    <a:pt x="32" y="60"/>
                    <a:pt x="32" y="65"/>
                  </a:cubicBezTo>
                  <a:cubicBezTo>
                    <a:pt x="33" y="76"/>
                    <a:pt x="33" y="85"/>
                    <a:pt x="33" y="93"/>
                  </a:cubicBezTo>
                  <a:cubicBezTo>
                    <a:pt x="33" y="217"/>
                    <a:pt x="33" y="217"/>
                    <a:pt x="33" y="217"/>
                  </a:cubicBezTo>
                  <a:cubicBezTo>
                    <a:pt x="0" y="217"/>
                    <a:pt x="0" y="217"/>
                    <a:pt x="0" y="2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5" y="153"/>
                    <a:pt x="108" y="162"/>
                    <a:pt x="109" y="168"/>
                  </a:cubicBezTo>
                  <a:cubicBezTo>
                    <a:pt x="110" y="168"/>
                    <a:pt x="110" y="168"/>
                    <a:pt x="110" y="168"/>
                  </a:cubicBezTo>
                  <a:cubicBezTo>
                    <a:pt x="119" y="142"/>
                    <a:pt x="119" y="142"/>
                    <a:pt x="119" y="142"/>
                  </a:cubicBezTo>
                  <a:lnTo>
                    <a:pt x="171" y="15"/>
                  </a:lnTo>
                  <a:close/>
                  <a:moveTo>
                    <a:pt x="251" y="217"/>
                  </a:moveTo>
                  <a:cubicBezTo>
                    <a:pt x="285" y="217"/>
                    <a:pt x="285" y="217"/>
                    <a:pt x="285" y="217"/>
                  </a:cubicBezTo>
                  <a:cubicBezTo>
                    <a:pt x="285" y="72"/>
                    <a:pt x="285" y="72"/>
                    <a:pt x="285" y="72"/>
                  </a:cubicBezTo>
                  <a:cubicBezTo>
                    <a:pt x="251" y="72"/>
                    <a:pt x="251" y="72"/>
                    <a:pt x="251" y="72"/>
                  </a:cubicBezTo>
                  <a:lnTo>
                    <a:pt x="251" y="217"/>
                  </a:lnTo>
                  <a:close/>
                  <a:moveTo>
                    <a:pt x="269" y="11"/>
                  </a:moveTo>
                  <a:cubicBezTo>
                    <a:pt x="263" y="11"/>
                    <a:pt x="258" y="13"/>
                    <a:pt x="254" y="17"/>
                  </a:cubicBezTo>
                  <a:cubicBezTo>
                    <a:pt x="250" y="20"/>
                    <a:pt x="248" y="25"/>
                    <a:pt x="248" y="31"/>
                  </a:cubicBezTo>
                  <a:cubicBezTo>
                    <a:pt x="248" y="36"/>
                    <a:pt x="250" y="41"/>
                    <a:pt x="254" y="45"/>
                  </a:cubicBezTo>
                  <a:cubicBezTo>
                    <a:pt x="258" y="48"/>
                    <a:pt x="263" y="50"/>
                    <a:pt x="269" y="50"/>
                  </a:cubicBezTo>
                  <a:cubicBezTo>
                    <a:pt x="274" y="50"/>
                    <a:pt x="279" y="48"/>
                    <a:pt x="283" y="45"/>
                  </a:cubicBezTo>
                  <a:cubicBezTo>
                    <a:pt x="287" y="41"/>
                    <a:pt x="289" y="36"/>
                    <a:pt x="289" y="31"/>
                  </a:cubicBezTo>
                  <a:cubicBezTo>
                    <a:pt x="289" y="25"/>
                    <a:pt x="287" y="21"/>
                    <a:pt x="283" y="17"/>
                  </a:cubicBezTo>
                  <a:cubicBezTo>
                    <a:pt x="279" y="13"/>
                    <a:pt x="274" y="11"/>
                    <a:pt x="269" y="11"/>
                  </a:cubicBezTo>
                  <a:close/>
                  <a:moveTo>
                    <a:pt x="405" y="71"/>
                  </a:moveTo>
                  <a:cubicBezTo>
                    <a:pt x="399" y="69"/>
                    <a:pt x="393" y="69"/>
                    <a:pt x="386" y="69"/>
                  </a:cubicBezTo>
                  <a:cubicBezTo>
                    <a:pt x="371" y="69"/>
                    <a:pt x="357" y="72"/>
                    <a:pt x="345" y="79"/>
                  </a:cubicBezTo>
                  <a:cubicBezTo>
                    <a:pt x="333" y="85"/>
                    <a:pt x="324" y="95"/>
                    <a:pt x="318" y="107"/>
                  </a:cubicBezTo>
                  <a:cubicBezTo>
                    <a:pt x="312" y="119"/>
                    <a:pt x="309" y="133"/>
                    <a:pt x="309" y="148"/>
                  </a:cubicBezTo>
                  <a:cubicBezTo>
                    <a:pt x="309" y="162"/>
                    <a:pt x="312" y="174"/>
                    <a:pt x="318" y="185"/>
                  </a:cubicBezTo>
                  <a:cubicBezTo>
                    <a:pt x="324" y="196"/>
                    <a:pt x="332" y="205"/>
                    <a:pt x="343" y="211"/>
                  </a:cubicBezTo>
                  <a:cubicBezTo>
                    <a:pt x="354" y="217"/>
                    <a:pt x="366" y="220"/>
                    <a:pt x="380" y="220"/>
                  </a:cubicBezTo>
                  <a:cubicBezTo>
                    <a:pt x="396" y="220"/>
                    <a:pt x="410" y="217"/>
                    <a:pt x="421" y="211"/>
                  </a:cubicBezTo>
                  <a:cubicBezTo>
                    <a:pt x="422" y="210"/>
                    <a:pt x="422" y="210"/>
                    <a:pt x="422" y="210"/>
                  </a:cubicBezTo>
                  <a:cubicBezTo>
                    <a:pt x="422" y="179"/>
                    <a:pt x="422" y="179"/>
                    <a:pt x="422" y="179"/>
                  </a:cubicBezTo>
                  <a:cubicBezTo>
                    <a:pt x="420" y="180"/>
                    <a:pt x="420" y="180"/>
                    <a:pt x="420" y="180"/>
                  </a:cubicBezTo>
                  <a:cubicBezTo>
                    <a:pt x="415" y="184"/>
                    <a:pt x="410" y="187"/>
                    <a:pt x="404" y="189"/>
                  </a:cubicBezTo>
                  <a:cubicBezTo>
                    <a:pt x="398" y="191"/>
                    <a:pt x="392" y="192"/>
                    <a:pt x="387" y="192"/>
                  </a:cubicBezTo>
                  <a:cubicBezTo>
                    <a:pt x="374" y="192"/>
                    <a:pt x="363" y="188"/>
                    <a:pt x="355" y="180"/>
                  </a:cubicBezTo>
                  <a:cubicBezTo>
                    <a:pt x="348" y="171"/>
                    <a:pt x="344" y="160"/>
                    <a:pt x="344" y="145"/>
                  </a:cubicBezTo>
                  <a:cubicBezTo>
                    <a:pt x="344" y="131"/>
                    <a:pt x="348" y="119"/>
                    <a:pt x="356" y="110"/>
                  </a:cubicBezTo>
                  <a:cubicBezTo>
                    <a:pt x="364" y="101"/>
                    <a:pt x="375" y="97"/>
                    <a:pt x="388" y="97"/>
                  </a:cubicBezTo>
                  <a:cubicBezTo>
                    <a:pt x="399" y="97"/>
                    <a:pt x="410" y="101"/>
                    <a:pt x="420" y="108"/>
                  </a:cubicBezTo>
                  <a:cubicBezTo>
                    <a:pt x="422" y="109"/>
                    <a:pt x="422" y="109"/>
                    <a:pt x="422" y="109"/>
                  </a:cubicBezTo>
                  <a:cubicBezTo>
                    <a:pt x="422" y="76"/>
                    <a:pt x="422" y="76"/>
                    <a:pt x="422" y="76"/>
                  </a:cubicBezTo>
                  <a:cubicBezTo>
                    <a:pt x="421" y="76"/>
                    <a:pt x="421" y="76"/>
                    <a:pt x="421" y="76"/>
                  </a:cubicBezTo>
                  <a:cubicBezTo>
                    <a:pt x="417" y="74"/>
                    <a:pt x="412" y="72"/>
                    <a:pt x="405" y="71"/>
                  </a:cubicBezTo>
                  <a:close/>
                  <a:moveTo>
                    <a:pt x="517" y="70"/>
                  </a:moveTo>
                  <a:cubicBezTo>
                    <a:pt x="509" y="70"/>
                    <a:pt x="501" y="72"/>
                    <a:pt x="495" y="78"/>
                  </a:cubicBezTo>
                  <a:cubicBezTo>
                    <a:pt x="489" y="83"/>
                    <a:pt x="485" y="89"/>
                    <a:pt x="482" y="97"/>
                  </a:cubicBezTo>
                  <a:cubicBezTo>
                    <a:pt x="481" y="97"/>
                    <a:pt x="481" y="97"/>
                    <a:pt x="481" y="97"/>
                  </a:cubicBezTo>
                  <a:cubicBezTo>
                    <a:pt x="481" y="72"/>
                    <a:pt x="481" y="72"/>
                    <a:pt x="481" y="72"/>
                  </a:cubicBezTo>
                  <a:cubicBezTo>
                    <a:pt x="447" y="72"/>
                    <a:pt x="447" y="72"/>
                    <a:pt x="447" y="72"/>
                  </a:cubicBezTo>
                  <a:cubicBezTo>
                    <a:pt x="447" y="217"/>
                    <a:pt x="447" y="217"/>
                    <a:pt x="447" y="217"/>
                  </a:cubicBezTo>
                  <a:cubicBezTo>
                    <a:pt x="481" y="217"/>
                    <a:pt x="481" y="217"/>
                    <a:pt x="481" y="217"/>
                  </a:cubicBezTo>
                  <a:cubicBezTo>
                    <a:pt x="481" y="143"/>
                    <a:pt x="481" y="143"/>
                    <a:pt x="481" y="143"/>
                  </a:cubicBezTo>
                  <a:cubicBezTo>
                    <a:pt x="481" y="130"/>
                    <a:pt x="484" y="120"/>
                    <a:pt x="490" y="112"/>
                  </a:cubicBezTo>
                  <a:cubicBezTo>
                    <a:pt x="495" y="104"/>
                    <a:pt x="503" y="100"/>
                    <a:pt x="512" y="100"/>
                  </a:cubicBezTo>
                  <a:cubicBezTo>
                    <a:pt x="515" y="100"/>
                    <a:pt x="518" y="101"/>
                    <a:pt x="522" y="102"/>
                  </a:cubicBezTo>
                  <a:cubicBezTo>
                    <a:pt x="526" y="103"/>
                    <a:pt x="528" y="104"/>
                    <a:pt x="530" y="105"/>
                  </a:cubicBezTo>
                  <a:cubicBezTo>
                    <a:pt x="531" y="106"/>
                    <a:pt x="531" y="106"/>
                    <a:pt x="531" y="106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28" y="70"/>
                    <a:pt x="523" y="70"/>
                    <a:pt x="517" y="70"/>
                  </a:cubicBezTo>
                  <a:close/>
                  <a:moveTo>
                    <a:pt x="663" y="89"/>
                  </a:moveTo>
                  <a:cubicBezTo>
                    <a:pt x="675" y="102"/>
                    <a:pt x="682" y="120"/>
                    <a:pt x="682" y="143"/>
                  </a:cubicBezTo>
                  <a:cubicBezTo>
                    <a:pt x="682" y="166"/>
                    <a:pt x="675" y="185"/>
                    <a:pt x="661" y="199"/>
                  </a:cubicBezTo>
                  <a:cubicBezTo>
                    <a:pt x="648" y="213"/>
                    <a:pt x="629" y="220"/>
                    <a:pt x="606" y="220"/>
                  </a:cubicBezTo>
                  <a:cubicBezTo>
                    <a:pt x="584" y="220"/>
                    <a:pt x="566" y="213"/>
                    <a:pt x="553" y="200"/>
                  </a:cubicBezTo>
                  <a:cubicBezTo>
                    <a:pt x="540" y="187"/>
                    <a:pt x="533" y="169"/>
                    <a:pt x="533" y="146"/>
                  </a:cubicBezTo>
                  <a:cubicBezTo>
                    <a:pt x="533" y="122"/>
                    <a:pt x="540" y="103"/>
                    <a:pt x="553" y="89"/>
                  </a:cubicBezTo>
                  <a:cubicBezTo>
                    <a:pt x="567" y="76"/>
                    <a:pt x="586" y="69"/>
                    <a:pt x="610" y="69"/>
                  </a:cubicBezTo>
                  <a:cubicBezTo>
                    <a:pt x="632" y="69"/>
                    <a:pt x="650" y="75"/>
                    <a:pt x="663" y="89"/>
                  </a:cubicBezTo>
                  <a:close/>
                  <a:moveTo>
                    <a:pt x="646" y="144"/>
                  </a:moveTo>
                  <a:cubicBezTo>
                    <a:pt x="646" y="129"/>
                    <a:pt x="643" y="117"/>
                    <a:pt x="636" y="109"/>
                  </a:cubicBezTo>
                  <a:cubicBezTo>
                    <a:pt x="629" y="101"/>
                    <a:pt x="620" y="97"/>
                    <a:pt x="608" y="97"/>
                  </a:cubicBezTo>
                  <a:cubicBezTo>
                    <a:pt x="596" y="97"/>
                    <a:pt x="586" y="101"/>
                    <a:pt x="579" y="109"/>
                  </a:cubicBezTo>
                  <a:cubicBezTo>
                    <a:pt x="572" y="118"/>
                    <a:pt x="568" y="130"/>
                    <a:pt x="568" y="145"/>
                  </a:cubicBezTo>
                  <a:cubicBezTo>
                    <a:pt x="568" y="160"/>
                    <a:pt x="572" y="172"/>
                    <a:pt x="579" y="180"/>
                  </a:cubicBezTo>
                  <a:cubicBezTo>
                    <a:pt x="586" y="188"/>
                    <a:pt x="596" y="192"/>
                    <a:pt x="608" y="192"/>
                  </a:cubicBezTo>
                  <a:cubicBezTo>
                    <a:pt x="621" y="192"/>
                    <a:pt x="630" y="188"/>
                    <a:pt x="637" y="180"/>
                  </a:cubicBezTo>
                  <a:cubicBezTo>
                    <a:pt x="643" y="172"/>
                    <a:pt x="646" y="160"/>
                    <a:pt x="646" y="144"/>
                  </a:cubicBezTo>
                  <a:close/>
                  <a:moveTo>
                    <a:pt x="757" y="132"/>
                  </a:moveTo>
                  <a:cubicBezTo>
                    <a:pt x="746" y="128"/>
                    <a:pt x="739" y="124"/>
                    <a:pt x="737" y="121"/>
                  </a:cubicBezTo>
                  <a:cubicBezTo>
                    <a:pt x="734" y="119"/>
                    <a:pt x="732" y="115"/>
                    <a:pt x="732" y="110"/>
                  </a:cubicBezTo>
                  <a:cubicBezTo>
                    <a:pt x="732" y="106"/>
                    <a:pt x="734" y="103"/>
                    <a:pt x="738" y="100"/>
                  </a:cubicBezTo>
                  <a:cubicBezTo>
                    <a:pt x="741" y="97"/>
                    <a:pt x="746" y="96"/>
                    <a:pt x="752" y="96"/>
                  </a:cubicBezTo>
                  <a:cubicBezTo>
                    <a:pt x="758" y="96"/>
                    <a:pt x="764" y="97"/>
                    <a:pt x="770" y="98"/>
                  </a:cubicBezTo>
                  <a:cubicBezTo>
                    <a:pt x="776" y="100"/>
                    <a:pt x="781" y="103"/>
                    <a:pt x="785" y="105"/>
                  </a:cubicBezTo>
                  <a:cubicBezTo>
                    <a:pt x="786" y="106"/>
                    <a:pt x="786" y="106"/>
                    <a:pt x="786" y="106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2" y="73"/>
                    <a:pt x="777" y="72"/>
                    <a:pt x="770" y="70"/>
                  </a:cubicBezTo>
                  <a:cubicBezTo>
                    <a:pt x="764" y="69"/>
                    <a:pt x="758" y="69"/>
                    <a:pt x="753" y="69"/>
                  </a:cubicBezTo>
                  <a:cubicBezTo>
                    <a:pt x="737" y="69"/>
                    <a:pt x="724" y="73"/>
                    <a:pt x="714" y="81"/>
                  </a:cubicBezTo>
                  <a:cubicBezTo>
                    <a:pt x="703" y="89"/>
                    <a:pt x="698" y="100"/>
                    <a:pt x="698" y="113"/>
                  </a:cubicBezTo>
                  <a:cubicBezTo>
                    <a:pt x="698" y="120"/>
                    <a:pt x="699" y="126"/>
                    <a:pt x="701" y="131"/>
                  </a:cubicBezTo>
                  <a:cubicBezTo>
                    <a:pt x="704" y="136"/>
                    <a:pt x="707" y="141"/>
                    <a:pt x="712" y="144"/>
                  </a:cubicBezTo>
                  <a:cubicBezTo>
                    <a:pt x="716" y="148"/>
                    <a:pt x="723" y="152"/>
                    <a:pt x="733" y="156"/>
                  </a:cubicBezTo>
                  <a:cubicBezTo>
                    <a:pt x="740" y="159"/>
                    <a:pt x="746" y="162"/>
                    <a:pt x="750" y="164"/>
                  </a:cubicBezTo>
                  <a:cubicBezTo>
                    <a:pt x="754" y="166"/>
                    <a:pt x="756" y="168"/>
                    <a:pt x="758" y="171"/>
                  </a:cubicBezTo>
                  <a:cubicBezTo>
                    <a:pt x="759" y="173"/>
                    <a:pt x="760" y="175"/>
                    <a:pt x="760" y="179"/>
                  </a:cubicBezTo>
                  <a:cubicBezTo>
                    <a:pt x="760" y="188"/>
                    <a:pt x="753" y="193"/>
                    <a:pt x="738" y="193"/>
                  </a:cubicBezTo>
                  <a:cubicBezTo>
                    <a:pt x="732" y="193"/>
                    <a:pt x="726" y="192"/>
                    <a:pt x="719" y="190"/>
                  </a:cubicBezTo>
                  <a:cubicBezTo>
                    <a:pt x="712" y="187"/>
                    <a:pt x="705" y="184"/>
                    <a:pt x="700" y="180"/>
                  </a:cubicBezTo>
                  <a:cubicBezTo>
                    <a:pt x="698" y="179"/>
                    <a:pt x="698" y="179"/>
                    <a:pt x="698" y="179"/>
                  </a:cubicBezTo>
                  <a:cubicBezTo>
                    <a:pt x="698" y="212"/>
                    <a:pt x="698" y="212"/>
                    <a:pt x="698" y="212"/>
                  </a:cubicBezTo>
                  <a:cubicBezTo>
                    <a:pt x="699" y="212"/>
                    <a:pt x="699" y="212"/>
                    <a:pt x="699" y="212"/>
                  </a:cubicBezTo>
                  <a:cubicBezTo>
                    <a:pt x="703" y="215"/>
                    <a:pt x="710" y="216"/>
                    <a:pt x="717" y="218"/>
                  </a:cubicBezTo>
                  <a:cubicBezTo>
                    <a:pt x="724" y="219"/>
                    <a:pt x="731" y="220"/>
                    <a:pt x="736" y="220"/>
                  </a:cubicBezTo>
                  <a:cubicBezTo>
                    <a:pt x="754" y="220"/>
                    <a:pt x="768" y="216"/>
                    <a:pt x="778" y="208"/>
                  </a:cubicBezTo>
                  <a:cubicBezTo>
                    <a:pt x="789" y="199"/>
                    <a:pt x="794" y="188"/>
                    <a:pt x="794" y="175"/>
                  </a:cubicBezTo>
                  <a:cubicBezTo>
                    <a:pt x="794" y="165"/>
                    <a:pt x="791" y="157"/>
                    <a:pt x="786" y="150"/>
                  </a:cubicBezTo>
                  <a:cubicBezTo>
                    <a:pt x="780" y="143"/>
                    <a:pt x="770" y="137"/>
                    <a:pt x="757" y="132"/>
                  </a:cubicBezTo>
                  <a:close/>
                  <a:moveTo>
                    <a:pt x="938" y="89"/>
                  </a:moveTo>
                  <a:cubicBezTo>
                    <a:pt x="951" y="102"/>
                    <a:pt x="957" y="120"/>
                    <a:pt x="957" y="143"/>
                  </a:cubicBezTo>
                  <a:cubicBezTo>
                    <a:pt x="957" y="166"/>
                    <a:pt x="951" y="185"/>
                    <a:pt x="937" y="199"/>
                  </a:cubicBezTo>
                  <a:cubicBezTo>
                    <a:pt x="924" y="213"/>
                    <a:pt x="905" y="220"/>
                    <a:pt x="882" y="220"/>
                  </a:cubicBezTo>
                  <a:cubicBezTo>
                    <a:pt x="860" y="220"/>
                    <a:pt x="842" y="213"/>
                    <a:pt x="829" y="200"/>
                  </a:cubicBezTo>
                  <a:cubicBezTo>
                    <a:pt x="816" y="187"/>
                    <a:pt x="809" y="169"/>
                    <a:pt x="809" y="146"/>
                  </a:cubicBezTo>
                  <a:cubicBezTo>
                    <a:pt x="809" y="122"/>
                    <a:pt x="816" y="103"/>
                    <a:pt x="829" y="89"/>
                  </a:cubicBezTo>
                  <a:cubicBezTo>
                    <a:pt x="843" y="76"/>
                    <a:pt x="862" y="69"/>
                    <a:pt x="885" y="69"/>
                  </a:cubicBezTo>
                  <a:cubicBezTo>
                    <a:pt x="908" y="69"/>
                    <a:pt x="926" y="75"/>
                    <a:pt x="938" y="89"/>
                  </a:cubicBezTo>
                  <a:close/>
                  <a:moveTo>
                    <a:pt x="922" y="144"/>
                  </a:moveTo>
                  <a:cubicBezTo>
                    <a:pt x="922" y="129"/>
                    <a:pt x="919" y="117"/>
                    <a:pt x="912" y="109"/>
                  </a:cubicBezTo>
                  <a:cubicBezTo>
                    <a:pt x="905" y="101"/>
                    <a:pt x="896" y="97"/>
                    <a:pt x="884" y="97"/>
                  </a:cubicBezTo>
                  <a:cubicBezTo>
                    <a:pt x="871" y="97"/>
                    <a:pt x="862" y="101"/>
                    <a:pt x="855" y="109"/>
                  </a:cubicBezTo>
                  <a:cubicBezTo>
                    <a:pt x="848" y="118"/>
                    <a:pt x="844" y="130"/>
                    <a:pt x="844" y="145"/>
                  </a:cubicBezTo>
                  <a:cubicBezTo>
                    <a:pt x="844" y="160"/>
                    <a:pt x="848" y="172"/>
                    <a:pt x="855" y="180"/>
                  </a:cubicBezTo>
                  <a:cubicBezTo>
                    <a:pt x="862" y="188"/>
                    <a:pt x="871" y="192"/>
                    <a:pt x="884" y="192"/>
                  </a:cubicBezTo>
                  <a:cubicBezTo>
                    <a:pt x="896" y="192"/>
                    <a:pt x="906" y="188"/>
                    <a:pt x="912" y="180"/>
                  </a:cubicBezTo>
                  <a:cubicBezTo>
                    <a:pt x="919" y="172"/>
                    <a:pt x="922" y="160"/>
                    <a:pt x="922" y="144"/>
                  </a:cubicBezTo>
                  <a:close/>
                  <a:moveTo>
                    <a:pt x="1139" y="100"/>
                  </a:moveTo>
                  <a:cubicBezTo>
                    <a:pt x="1139" y="72"/>
                    <a:pt x="1139" y="72"/>
                    <a:pt x="1139" y="72"/>
                  </a:cubicBezTo>
                  <a:cubicBezTo>
                    <a:pt x="1104" y="72"/>
                    <a:pt x="1104" y="72"/>
                    <a:pt x="1104" y="72"/>
                  </a:cubicBezTo>
                  <a:cubicBezTo>
                    <a:pt x="1104" y="29"/>
                    <a:pt x="1104" y="29"/>
                    <a:pt x="1104" y="29"/>
                  </a:cubicBezTo>
                  <a:cubicBezTo>
                    <a:pt x="1103" y="29"/>
                    <a:pt x="1103" y="29"/>
                    <a:pt x="1103" y="29"/>
                  </a:cubicBezTo>
                  <a:cubicBezTo>
                    <a:pt x="1071" y="39"/>
                    <a:pt x="1071" y="39"/>
                    <a:pt x="1071" y="39"/>
                  </a:cubicBezTo>
                  <a:cubicBezTo>
                    <a:pt x="1070" y="40"/>
                    <a:pt x="1070" y="40"/>
                    <a:pt x="1070" y="40"/>
                  </a:cubicBezTo>
                  <a:cubicBezTo>
                    <a:pt x="1070" y="72"/>
                    <a:pt x="1070" y="72"/>
                    <a:pt x="1070" y="72"/>
                  </a:cubicBezTo>
                  <a:cubicBezTo>
                    <a:pt x="1019" y="72"/>
                    <a:pt x="1019" y="72"/>
                    <a:pt x="1019" y="72"/>
                  </a:cubicBezTo>
                  <a:cubicBezTo>
                    <a:pt x="1019" y="54"/>
                    <a:pt x="1019" y="54"/>
                    <a:pt x="1019" y="54"/>
                  </a:cubicBezTo>
                  <a:cubicBezTo>
                    <a:pt x="1019" y="46"/>
                    <a:pt x="1021" y="39"/>
                    <a:pt x="1025" y="35"/>
                  </a:cubicBezTo>
                  <a:cubicBezTo>
                    <a:pt x="1028" y="30"/>
                    <a:pt x="1034" y="28"/>
                    <a:pt x="1040" y="28"/>
                  </a:cubicBezTo>
                  <a:cubicBezTo>
                    <a:pt x="1045" y="28"/>
                    <a:pt x="1050" y="29"/>
                    <a:pt x="1055" y="32"/>
                  </a:cubicBezTo>
                  <a:cubicBezTo>
                    <a:pt x="1057" y="32"/>
                    <a:pt x="1057" y="32"/>
                    <a:pt x="1057" y="32"/>
                  </a:cubicBezTo>
                  <a:cubicBezTo>
                    <a:pt x="1057" y="3"/>
                    <a:pt x="1057" y="3"/>
                    <a:pt x="1057" y="3"/>
                  </a:cubicBezTo>
                  <a:cubicBezTo>
                    <a:pt x="1056" y="3"/>
                    <a:pt x="1056" y="3"/>
                    <a:pt x="1056" y="3"/>
                  </a:cubicBezTo>
                  <a:cubicBezTo>
                    <a:pt x="1051" y="1"/>
                    <a:pt x="1045" y="0"/>
                    <a:pt x="1037" y="0"/>
                  </a:cubicBezTo>
                  <a:cubicBezTo>
                    <a:pt x="1027" y="0"/>
                    <a:pt x="1018" y="3"/>
                    <a:pt x="1010" y="7"/>
                  </a:cubicBezTo>
                  <a:cubicBezTo>
                    <a:pt x="1002" y="11"/>
                    <a:pt x="996" y="17"/>
                    <a:pt x="991" y="25"/>
                  </a:cubicBezTo>
                  <a:cubicBezTo>
                    <a:pt x="987" y="33"/>
                    <a:pt x="985" y="42"/>
                    <a:pt x="985" y="52"/>
                  </a:cubicBezTo>
                  <a:cubicBezTo>
                    <a:pt x="985" y="72"/>
                    <a:pt x="985" y="72"/>
                    <a:pt x="985" y="72"/>
                  </a:cubicBezTo>
                  <a:cubicBezTo>
                    <a:pt x="961" y="72"/>
                    <a:pt x="961" y="72"/>
                    <a:pt x="961" y="72"/>
                  </a:cubicBezTo>
                  <a:cubicBezTo>
                    <a:pt x="961" y="100"/>
                    <a:pt x="961" y="100"/>
                    <a:pt x="961" y="100"/>
                  </a:cubicBezTo>
                  <a:cubicBezTo>
                    <a:pt x="985" y="100"/>
                    <a:pt x="985" y="100"/>
                    <a:pt x="985" y="100"/>
                  </a:cubicBezTo>
                  <a:cubicBezTo>
                    <a:pt x="985" y="217"/>
                    <a:pt x="985" y="217"/>
                    <a:pt x="985" y="217"/>
                  </a:cubicBezTo>
                  <a:cubicBezTo>
                    <a:pt x="1019" y="217"/>
                    <a:pt x="1019" y="217"/>
                    <a:pt x="1019" y="217"/>
                  </a:cubicBezTo>
                  <a:cubicBezTo>
                    <a:pt x="1019" y="100"/>
                    <a:pt x="1019" y="100"/>
                    <a:pt x="1019" y="100"/>
                  </a:cubicBezTo>
                  <a:cubicBezTo>
                    <a:pt x="1070" y="100"/>
                    <a:pt x="1070" y="100"/>
                    <a:pt x="1070" y="100"/>
                  </a:cubicBezTo>
                  <a:cubicBezTo>
                    <a:pt x="1070" y="174"/>
                    <a:pt x="1070" y="174"/>
                    <a:pt x="1070" y="174"/>
                  </a:cubicBezTo>
                  <a:cubicBezTo>
                    <a:pt x="1070" y="205"/>
                    <a:pt x="1084" y="220"/>
                    <a:pt x="1113" y="220"/>
                  </a:cubicBezTo>
                  <a:cubicBezTo>
                    <a:pt x="1118" y="220"/>
                    <a:pt x="1122" y="220"/>
                    <a:pt x="1127" y="219"/>
                  </a:cubicBezTo>
                  <a:cubicBezTo>
                    <a:pt x="1133" y="217"/>
                    <a:pt x="1136" y="216"/>
                    <a:pt x="1138" y="215"/>
                  </a:cubicBezTo>
                  <a:cubicBezTo>
                    <a:pt x="1139" y="215"/>
                    <a:pt x="1139" y="215"/>
                    <a:pt x="1139" y="215"/>
                  </a:cubicBezTo>
                  <a:cubicBezTo>
                    <a:pt x="1139" y="187"/>
                    <a:pt x="1139" y="187"/>
                    <a:pt x="1139" y="187"/>
                  </a:cubicBezTo>
                  <a:cubicBezTo>
                    <a:pt x="1137" y="188"/>
                    <a:pt x="1137" y="188"/>
                    <a:pt x="1137" y="188"/>
                  </a:cubicBezTo>
                  <a:cubicBezTo>
                    <a:pt x="1135" y="189"/>
                    <a:pt x="1133" y="190"/>
                    <a:pt x="1130" y="191"/>
                  </a:cubicBezTo>
                  <a:cubicBezTo>
                    <a:pt x="1127" y="192"/>
                    <a:pt x="1125" y="192"/>
                    <a:pt x="1123" y="192"/>
                  </a:cubicBezTo>
                  <a:cubicBezTo>
                    <a:pt x="1117" y="192"/>
                    <a:pt x="1112" y="190"/>
                    <a:pt x="1109" y="187"/>
                  </a:cubicBezTo>
                  <a:cubicBezTo>
                    <a:pt x="1106" y="183"/>
                    <a:pt x="1104" y="177"/>
                    <a:pt x="1104" y="168"/>
                  </a:cubicBezTo>
                  <a:cubicBezTo>
                    <a:pt x="1104" y="100"/>
                    <a:pt x="1104" y="100"/>
                    <a:pt x="1104" y="100"/>
                  </a:cubicBezTo>
                  <a:lnTo>
                    <a:pt x="1139" y="1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 userDrawn="1"/>
        </p:nvSpPr>
        <p:spPr bwMode="auto">
          <a:xfrm>
            <a:off x="274638" y="2484893"/>
            <a:ext cx="5943600" cy="3664099"/>
          </a:xfrm>
          <a:prstGeom prst="rect">
            <a:avLst/>
          </a:prstGeom>
          <a:solidFill>
            <a:srgbClr val="002050">
              <a:alpha val="9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74702" y="2484908"/>
            <a:ext cx="5943600" cy="1828800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73050" y="4320193"/>
            <a:ext cx="5943600" cy="1828800"/>
          </a:xfrm>
        </p:spPr>
        <p:txBody>
          <a:bodyPr tIns="109728" bIns="109728">
            <a:noAutofit/>
          </a:bodyPr>
          <a:lstStyle>
            <a:lvl1pPr marL="0" indent="0">
              <a:spcBef>
                <a:spcPts val="0"/>
              </a:spcBef>
              <a:buNone/>
              <a:defRPr sz="3200">
                <a:gradFill>
                  <a:gsLst>
                    <a:gs pos="57576">
                      <a:srgbClr val="FFFFFF"/>
                    </a:gs>
                    <a:gs pos="35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6816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grpSp>
        <p:nvGrpSpPr>
          <p:cNvPr id="7" name="Group 6"/>
          <p:cNvGrpSpPr>
            <a:grpSpLocks noChangeAspect="1"/>
          </p:cNvGrpSpPr>
          <p:nvPr userDrawn="1"/>
        </p:nvGrpSpPr>
        <p:grpSpPr bwMode="gray">
          <a:xfrm>
            <a:off x="457518" y="6154121"/>
            <a:ext cx="1681413" cy="360979"/>
            <a:chOff x="457200" y="1643393"/>
            <a:chExt cx="4492753" cy="96454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gray">
            <a:xfrm>
              <a:off x="457200" y="1643393"/>
              <a:ext cx="964540" cy="964540"/>
            </a:xfrm>
            <a:prstGeom prst="rect">
              <a:avLst/>
            </a:prstGeom>
          </p:spPr>
        </p:pic>
        <p:sp>
          <p:nvSpPr>
            <p:cNvPr id="10" name="Freeform 12"/>
            <p:cNvSpPr>
              <a:spLocks noEditPoints="1"/>
            </p:cNvSpPr>
            <p:nvPr/>
          </p:nvSpPr>
          <p:spPr bwMode="gray">
            <a:xfrm>
              <a:off x="1703514" y="1792710"/>
              <a:ext cx="3246439" cy="635329"/>
            </a:xfrm>
            <a:custGeom>
              <a:avLst/>
              <a:gdLst>
                <a:gd name="T0" fmla="*/ 218 w 1139"/>
                <a:gd name="T1" fmla="*/ 217 h 220"/>
                <a:gd name="T2" fmla="*/ 185 w 1139"/>
                <a:gd name="T3" fmla="*/ 52 h 220"/>
                <a:gd name="T4" fmla="*/ 120 w 1139"/>
                <a:gd name="T5" fmla="*/ 217 h 220"/>
                <a:gd name="T6" fmla="*/ 32 w 1139"/>
                <a:gd name="T7" fmla="*/ 52 h 220"/>
                <a:gd name="T8" fmla="*/ 33 w 1139"/>
                <a:gd name="T9" fmla="*/ 93 h 220"/>
                <a:gd name="T10" fmla="*/ 0 w 1139"/>
                <a:gd name="T11" fmla="*/ 15 h 220"/>
                <a:gd name="T12" fmla="*/ 109 w 1139"/>
                <a:gd name="T13" fmla="*/ 168 h 220"/>
                <a:gd name="T14" fmla="*/ 171 w 1139"/>
                <a:gd name="T15" fmla="*/ 15 h 220"/>
                <a:gd name="T16" fmla="*/ 285 w 1139"/>
                <a:gd name="T17" fmla="*/ 72 h 220"/>
                <a:gd name="T18" fmla="*/ 269 w 1139"/>
                <a:gd name="T19" fmla="*/ 11 h 220"/>
                <a:gd name="T20" fmla="*/ 254 w 1139"/>
                <a:gd name="T21" fmla="*/ 45 h 220"/>
                <a:gd name="T22" fmla="*/ 289 w 1139"/>
                <a:gd name="T23" fmla="*/ 31 h 220"/>
                <a:gd name="T24" fmla="*/ 405 w 1139"/>
                <a:gd name="T25" fmla="*/ 71 h 220"/>
                <a:gd name="T26" fmla="*/ 318 w 1139"/>
                <a:gd name="T27" fmla="*/ 107 h 220"/>
                <a:gd name="T28" fmla="*/ 343 w 1139"/>
                <a:gd name="T29" fmla="*/ 211 h 220"/>
                <a:gd name="T30" fmla="*/ 422 w 1139"/>
                <a:gd name="T31" fmla="*/ 210 h 220"/>
                <a:gd name="T32" fmla="*/ 404 w 1139"/>
                <a:gd name="T33" fmla="*/ 189 h 220"/>
                <a:gd name="T34" fmla="*/ 344 w 1139"/>
                <a:gd name="T35" fmla="*/ 145 h 220"/>
                <a:gd name="T36" fmla="*/ 420 w 1139"/>
                <a:gd name="T37" fmla="*/ 108 h 220"/>
                <a:gd name="T38" fmla="*/ 421 w 1139"/>
                <a:gd name="T39" fmla="*/ 76 h 220"/>
                <a:gd name="T40" fmla="*/ 495 w 1139"/>
                <a:gd name="T41" fmla="*/ 78 h 220"/>
                <a:gd name="T42" fmla="*/ 481 w 1139"/>
                <a:gd name="T43" fmla="*/ 72 h 220"/>
                <a:gd name="T44" fmla="*/ 481 w 1139"/>
                <a:gd name="T45" fmla="*/ 217 h 220"/>
                <a:gd name="T46" fmla="*/ 512 w 1139"/>
                <a:gd name="T47" fmla="*/ 100 h 220"/>
                <a:gd name="T48" fmla="*/ 531 w 1139"/>
                <a:gd name="T49" fmla="*/ 106 h 220"/>
                <a:gd name="T50" fmla="*/ 517 w 1139"/>
                <a:gd name="T51" fmla="*/ 70 h 220"/>
                <a:gd name="T52" fmla="*/ 661 w 1139"/>
                <a:gd name="T53" fmla="*/ 199 h 220"/>
                <a:gd name="T54" fmla="*/ 533 w 1139"/>
                <a:gd name="T55" fmla="*/ 146 h 220"/>
                <a:gd name="T56" fmla="*/ 663 w 1139"/>
                <a:gd name="T57" fmla="*/ 89 h 220"/>
                <a:gd name="T58" fmla="*/ 608 w 1139"/>
                <a:gd name="T59" fmla="*/ 97 h 220"/>
                <a:gd name="T60" fmla="*/ 579 w 1139"/>
                <a:gd name="T61" fmla="*/ 180 h 220"/>
                <a:gd name="T62" fmla="*/ 646 w 1139"/>
                <a:gd name="T63" fmla="*/ 144 h 220"/>
                <a:gd name="T64" fmla="*/ 732 w 1139"/>
                <a:gd name="T65" fmla="*/ 110 h 220"/>
                <a:gd name="T66" fmla="*/ 770 w 1139"/>
                <a:gd name="T67" fmla="*/ 98 h 220"/>
                <a:gd name="T68" fmla="*/ 786 w 1139"/>
                <a:gd name="T69" fmla="*/ 75 h 220"/>
                <a:gd name="T70" fmla="*/ 753 w 1139"/>
                <a:gd name="T71" fmla="*/ 69 h 220"/>
                <a:gd name="T72" fmla="*/ 701 w 1139"/>
                <a:gd name="T73" fmla="*/ 131 h 220"/>
                <a:gd name="T74" fmla="*/ 750 w 1139"/>
                <a:gd name="T75" fmla="*/ 164 h 220"/>
                <a:gd name="T76" fmla="*/ 738 w 1139"/>
                <a:gd name="T77" fmla="*/ 193 h 220"/>
                <a:gd name="T78" fmla="*/ 698 w 1139"/>
                <a:gd name="T79" fmla="*/ 179 h 220"/>
                <a:gd name="T80" fmla="*/ 717 w 1139"/>
                <a:gd name="T81" fmla="*/ 218 h 220"/>
                <a:gd name="T82" fmla="*/ 794 w 1139"/>
                <a:gd name="T83" fmla="*/ 175 h 220"/>
                <a:gd name="T84" fmla="*/ 938 w 1139"/>
                <a:gd name="T85" fmla="*/ 89 h 220"/>
                <a:gd name="T86" fmla="*/ 882 w 1139"/>
                <a:gd name="T87" fmla="*/ 220 h 220"/>
                <a:gd name="T88" fmla="*/ 829 w 1139"/>
                <a:gd name="T89" fmla="*/ 89 h 220"/>
                <a:gd name="T90" fmla="*/ 922 w 1139"/>
                <a:gd name="T91" fmla="*/ 144 h 220"/>
                <a:gd name="T92" fmla="*/ 855 w 1139"/>
                <a:gd name="T93" fmla="*/ 109 h 220"/>
                <a:gd name="T94" fmla="*/ 884 w 1139"/>
                <a:gd name="T95" fmla="*/ 192 h 220"/>
                <a:gd name="T96" fmla="*/ 1139 w 1139"/>
                <a:gd name="T97" fmla="*/ 100 h 220"/>
                <a:gd name="T98" fmla="*/ 1104 w 1139"/>
                <a:gd name="T99" fmla="*/ 29 h 220"/>
                <a:gd name="T100" fmla="*/ 1070 w 1139"/>
                <a:gd name="T101" fmla="*/ 40 h 220"/>
                <a:gd name="T102" fmla="*/ 1019 w 1139"/>
                <a:gd name="T103" fmla="*/ 54 h 220"/>
                <a:gd name="T104" fmla="*/ 1055 w 1139"/>
                <a:gd name="T105" fmla="*/ 32 h 220"/>
                <a:gd name="T106" fmla="*/ 1056 w 1139"/>
                <a:gd name="T107" fmla="*/ 3 h 220"/>
                <a:gd name="T108" fmla="*/ 991 w 1139"/>
                <a:gd name="T109" fmla="*/ 25 h 220"/>
                <a:gd name="T110" fmla="*/ 961 w 1139"/>
                <a:gd name="T111" fmla="*/ 72 h 220"/>
                <a:gd name="T112" fmla="*/ 985 w 1139"/>
                <a:gd name="T113" fmla="*/ 217 h 220"/>
                <a:gd name="T114" fmla="*/ 1070 w 1139"/>
                <a:gd name="T115" fmla="*/ 100 h 220"/>
                <a:gd name="T116" fmla="*/ 1127 w 1139"/>
                <a:gd name="T117" fmla="*/ 219 h 220"/>
                <a:gd name="T118" fmla="*/ 1139 w 1139"/>
                <a:gd name="T119" fmla="*/ 187 h 220"/>
                <a:gd name="T120" fmla="*/ 1123 w 1139"/>
                <a:gd name="T121" fmla="*/ 192 h 220"/>
                <a:gd name="T122" fmla="*/ 1104 w 1139"/>
                <a:gd name="T123" fmla="*/ 10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39" h="220">
                  <a:moveTo>
                    <a:pt x="171" y="15"/>
                  </a:moveTo>
                  <a:cubicBezTo>
                    <a:pt x="218" y="15"/>
                    <a:pt x="218" y="15"/>
                    <a:pt x="218" y="15"/>
                  </a:cubicBezTo>
                  <a:cubicBezTo>
                    <a:pt x="218" y="217"/>
                    <a:pt x="218" y="217"/>
                    <a:pt x="218" y="217"/>
                  </a:cubicBezTo>
                  <a:cubicBezTo>
                    <a:pt x="184" y="217"/>
                    <a:pt x="184" y="217"/>
                    <a:pt x="184" y="217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0"/>
                    <a:pt x="184" y="67"/>
                    <a:pt x="185" y="52"/>
                  </a:cubicBezTo>
                  <a:cubicBezTo>
                    <a:pt x="185" y="52"/>
                    <a:pt x="185" y="52"/>
                    <a:pt x="185" y="52"/>
                  </a:cubicBezTo>
                  <a:cubicBezTo>
                    <a:pt x="183" y="58"/>
                    <a:pt x="182" y="65"/>
                    <a:pt x="180" y="68"/>
                  </a:cubicBezTo>
                  <a:cubicBezTo>
                    <a:pt x="120" y="217"/>
                    <a:pt x="120" y="217"/>
                    <a:pt x="120" y="217"/>
                  </a:cubicBezTo>
                  <a:cubicBezTo>
                    <a:pt x="97" y="217"/>
                    <a:pt x="97" y="217"/>
                    <a:pt x="97" y="217"/>
                  </a:cubicBezTo>
                  <a:cubicBezTo>
                    <a:pt x="37" y="70"/>
                    <a:pt x="37" y="70"/>
                    <a:pt x="37" y="70"/>
                  </a:cubicBezTo>
                  <a:cubicBezTo>
                    <a:pt x="36" y="66"/>
                    <a:pt x="34" y="60"/>
                    <a:pt x="32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2" y="56"/>
                    <a:pt x="32" y="60"/>
                    <a:pt x="32" y="65"/>
                  </a:cubicBezTo>
                  <a:cubicBezTo>
                    <a:pt x="33" y="76"/>
                    <a:pt x="33" y="85"/>
                    <a:pt x="33" y="93"/>
                  </a:cubicBezTo>
                  <a:cubicBezTo>
                    <a:pt x="33" y="217"/>
                    <a:pt x="33" y="217"/>
                    <a:pt x="33" y="217"/>
                  </a:cubicBezTo>
                  <a:cubicBezTo>
                    <a:pt x="0" y="217"/>
                    <a:pt x="0" y="217"/>
                    <a:pt x="0" y="217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100" y="142"/>
                    <a:pt x="100" y="142"/>
                    <a:pt x="100" y="142"/>
                  </a:cubicBezTo>
                  <a:cubicBezTo>
                    <a:pt x="105" y="153"/>
                    <a:pt x="108" y="162"/>
                    <a:pt x="109" y="168"/>
                  </a:cubicBezTo>
                  <a:cubicBezTo>
                    <a:pt x="110" y="168"/>
                    <a:pt x="110" y="168"/>
                    <a:pt x="110" y="168"/>
                  </a:cubicBezTo>
                  <a:cubicBezTo>
                    <a:pt x="119" y="142"/>
                    <a:pt x="119" y="142"/>
                    <a:pt x="119" y="142"/>
                  </a:cubicBezTo>
                  <a:lnTo>
                    <a:pt x="171" y="15"/>
                  </a:lnTo>
                  <a:close/>
                  <a:moveTo>
                    <a:pt x="251" y="217"/>
                  </a:moveTo>
                  <a:cubicBezTo>
                    <a:pt x="285" y="217"/>
                    <a:pt x="285" y="217"/>
                    <a:pt x="285" y="217"/>
                  </a:cubicBezTo>
                  <a:cubicBezTo>
                    <a:pt x="285" y="72"/>
                    <a:pt x="285" y="72"/>
                    <a:pt x="285" y="72"/>
                  </a:cubicBezTo>
                  <a:cubicBezTo>
                    <a:pt x="251" y="72"/>
                    <a:pt x="251" y="72"/>
                    <a:pt x="251" y="72"/>
                  </a:cubicBezTo>
                  <a:lnTo>
                    <a:pt x="251" y="217"/>
                  </a:lnTo>
                  <a:close/>
                  <a:moveTo>
                    <a:pt x="269" y="11"/>
                  </a:moveTo>
                  <a:cubicBezTo>
                    <a:pt x="263" y="11"/>
                    <a:pt x="258" y="13"/>
                    <a:pt x="254" y="17"/>
                  </a:cubicBezTo>
                  <a:cubicBezTo>
                    <a:pt x="250" y="20"/>
                    <a:pt x="248" y="25"/>
                    <a:pt x="248" y="31"/>
                  </a:cubicBezTo>
                  <a:cubicBezTo>
                    <a:pt x="248" y="36"/>
                    <a:pt x="250" y="41"/>
                    <a:pt x="254" y="45"/>
                  </a:cubicBezTo>
                  <a:cubicBezTo>
                    <a:pt x="258" y="48"/>
                    <a:pt x="263" y="50"/>
                    <a:pt x="269" y="50"/>
                  </a:cubicBezTo>
                  <a:cubicBezTo>
                    <a:pt x="274" y="50"/>
                    <a:pt x="279" y="48"/>
                    <a:pt x="283" y="45"/>
                  </a:cubicBezTo>
                  <a:cubicBezTo>
                    <a:pt x="287" y="41"/>
                    <a:pt x="289" y="36"/>
                    <a:pt x="289" y="31"/>
                  </a:cubicBezTo>
                  <a:cubicBezTo>
                    <a:pt x="289" y="25"/>
                    <a:pt x="287" y="21"/>
                    <a:pt x="283" y="17"/>
                  </a:cubicBezTo>
                  <a:cubicBezTo>
                    <a:pt x="279" y="13"/>
                    <a:pt x="274" y="11"/>
                    <a:pt x="269" y="11"/>
                  </a:cubicBezTo>
                  <a:close/>
                  <a:moveTo>
                    <a:pt x="405" y="71"/>
                  </a:moveTo>
                  <a:cubicBezTo>
                    <a:pt x="399" y="69"/>
                    <a:pt x="393" y="69"/>
                    <a:pt x="386" y="69"/>
                  </a:cubicBezTo>
                  <a:cubicBezTo>
                    <a:pt x="371" y="69"/>
                    <a:pt x="357" y="72"/>
                    <a:pt x="345" y="79"/>
                  </a:cubicBezTo>
                  <a:cubicBezTo>
                    <a:pt x="333" y="85"/>
                    <a:pt x="324" y="95"/>
                    <a:pt x="318" y="107"/>
                  </a:cubicBezTo>
                  <a:cubicBezTo>
                    <a:pt x="312" y="119"/>
                    <a:pt x="309" y="133"/>
                    <a:pt x="309" y="148"/>
                  </a:cubicBezTo>
                  <a:cubicBezTo>
                    <a:pt x="309" y="162"/>
                    <a:pt x="312" y="174"/>
                    <a:pt x="318" y="185"/>
                  </a:cubicBezTo>
                  <a:cubicBezTo>
                    <a:pt x="324" y="196"/>
                    <a:pt x="332" y="205"/>
                    <a:pt x="343" y="211"/>
                  </a:cubicBezTo>
                  <a:cubicBezTo>
                    <a:pt x="354" y="217"/>
                    <a:pt x="366" y="220"/>
                    <a:pt x="380" y="220"/>
                  </a:cubicBezTo>
                  <a:cubicBezTo>
                    <a:pt x="396" y="220"/>
                    <a:pt x="410" y="217"/>
                    <a:pt x="421" y="211"/>
                  </a:cubicBezTo>
                  <a:cubicBezTo>
                    <a:pt x="422" y="210"/>
                    <a:pt x="422" y="210"/>
                    <a:pt x="422" y="210"/>
                  </a:cubicBezTo>
                  <a:cubicBezTo>
                    <a:pt x="422" y="179"/>
                    <a:pt x="422" y="179"/>
                    <a:pt x="422" y="179"/>
                  </a:cubicBezTo>
                  <a:cubicBezTo>
                    <a:pt x="420" y="180"/>
                    <a:pt x="420" y="180"/>
                    <a:pt x="420" y="180"/>
                  </a:cubicBezTo>
                  <a:cubicBezTo>
                    <a:pt x="415" y="184"/>
                    <a:pt x="410" y="187"/>
                    <a:pt x="404" y="189"/>
                  </a:cubicBezTo>
                  <a:cubicBezTo>
                    <a:pt x="398" y="191"/>
                    <a:pt x="392" y="192"/>
                    <a:pt x="387" y="192"/>
                  </a:cubicBezTo>
                  <a:cubicBezTo>
                    <a:pt x="374" y="192"/>
                    <a:pt x="363" y="188"/>
                    <a:pt x="355" y="180"/>
                  </a:cubicBezTo>
                  <a:cubicBezTo>
                    <a:pt x="348" y="171"/>
                    <a:pt x="344" y="160"/>
                    <a:pt x="344" y="145"/>
                  </a:cubicBezTo>
                  <a:cubicBezTo>
                    <a:pt x="344" y="131"/>
                    <a:pt x="348" y="119"/>
                    <a:pt x="356" y="110"/>
                  </a:cubicBezTo>
                  <a:cubicBezTo>
                    <a:pt x="364" y="101"/>
                    <a:pt x="375" y="97"/>
                    <a:pt x="388" y="97"/>
                  </a:cubicBezTo>
                  <a:cubicBezTo>
                    <a:pt x="399" y="97"/>
                    <a:pt x="410" y="101"/>
                    <a:pt x="420" y="108"/>
                  </a:cubicBezTo>
                  <a:cubicBezTo>
                    <a:pt x="422" y="109"/>
                    <a:pt x="422" y="109"/>
                    <a:pt x="422" y="109"/>
                  </a:cubicBezTo>
                  <a:cubicBezTo>
                    <a:pt x="422" y="76"/>
                    <a:pt x="422" y="76"/>
                    <a:pt x="422" y="76"/>
                  </a:cubicBezTo>
                  <a:cubicBezTo>
                    <a:pt x="421" y="76"/>
                    <a:pt x="421" y="76"/>
                    <a:pt x="421" y="76"/>
                  </a:cubicBezTo>
                  <a:cubicBezTo>
                    <a:pt x="417" y="74"/>
                    <a:pt x="412" y="72"/>
                    <a:pt x="405" y="71"/>
                  </a:cubicBezTo>
                  <a:close/>
                  <a:moveTo>
                    <a:pt x="517" y="70"/>
                  </a:moveTo>
                  <a:cubicBezTo>
                    <a:pt x="509" y="70"/>
                    <a:pt x="501" y="72"/>
                    <a:pt x="495" y="78"/>
                  </a:cubicBezTo>
                  <a:cubicBezTo>
                    <a:pt x="489" y="83"/>
                    <a:pt x="485" y="89"/>
                    <a:pt x="482" y="97"/>
                  </a:cubicBezTo>
                  <a:cubicBezTo>
                    <a:pt x="481" y="97"/>
                    <a:pt x="481" y="97"/>
                    <a:pt x="481" y="97"/>
                  </a:cubicBezTo>
                  <a:cubicBezTo>
                    <a:pt x="481" y="72"/>
                    <a:pt x="481" y="72"/>
                    <a:pt x="481" y="72"/>
                  </a:cubicBezTo>
                  <a:cubicBezTo>
                    <a:pt x="447" y="72"/>
                    <a:pt x="447" y="72"/>
                    <a:pt x="447" y="72"/>
                  </a:cubicBezTo>
                  <a:cubicBezTo>
                    <a:pt x="447" y="217"/>
                    <a:pt x="447" y="217"/>
                    <a:pt x="447" y="217"/>
                  </a:cubicBezTo>
                  <a:cubicBezTo>
                    <a:pt x="481" y="217"/>
                    <a:pt x="481" y="217"/>
                    <a:pt x="481" y="217"/>
                  </a:cubicBezTo>
                  <a:cubicBezTo>
                    <a:pt x="481" y="143"/>
                    <a:pt x="481" y="143"/>
                    <a:pt x="481" y="143"/>
                  </a:cubicBezTo>
                  <a:cubicBezTo>
                    <a:pt x="481" y="130"/>
                    <a:pt x="484" y="120"/>
                    <a:pt x="490" y="112"/>
                  </a:cubicBezTo>
                  <a:cubicBezTo>
                    <a:pt x="495" y="104"/>
                    <a:pt x="503" y="100"/>
                    <a:pt x="512" y="100"/>
                  </a:cubicBezTo>
                  <a:cubicBezTo>
                    <a:pt x="515" y="100"/>
                    <a:pt x="518" y="101"/>
                    <a:pt x="522" y="102"/>
                  </a:cubicBezTo>
                  <a:cubicBezTo>
                    <a:pt x="526" y="103"/>
                    <a:pt x="528" y="104"/>
                    <a:pt x="530" y="105"/>
                  </a:cubicBezTo>
                  <a:cubicBezTo>
                    <a:pt x="531" y="106"/>
                    <a:pt x="531" y="106"/>
                    <a:pt x="531" y="106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31" y="72"/>
                    <a:pt x="531" y="72"/>
                    <a:pt x="531" y="72"/>
                  </a:cubicBezTo>
                  <a:cubicBezTo>
                    <a:pt x="528" y="70"/>
                    <a:pt x="523" y="70"/>
                    <a:pt x="517" y="70"/>
                  </a:cubicBezTo>
                  <a:close/>
                  <a:moveTo>
                    <a:pt x="663" y="89"/>
                  </a:moveTo>
                  <a:cubicBezTo>
                    <a:pt x="675" y="102"/>
                    <a:pt x="682" y="120"/>
                    <a:pt x="682" y="143"/>
                  </a:cubicBezTo>
                  <a:cubicBezTo>
                    <a:pt x="682" y="166"/>
                    <a:pt x="675" y="185"/>
                    <a:pt x="661" y="199"/>
                  </a:cubicBezTo>
                  <a:cubicBezTo>
                    <a:pt x="648" y="213"/>
                    <a:pt x="629" y="220"/>
                    <a:pt x="606" y="220"/>
                  </a:cubicBezTo>
                  <a:cubicBezTo>
                    <a:pt x="584" y="220"/>
                    <a:pt x="566" y="213"/>
                    <a:pt x="553" y="200"/>
                  </a:cubicBezTo>
                  <a:cubicBezTo>
                    <a:pt x="540" y="187"/>
                    <a:pt x="533" y="169"/>
                    <a:pt x="533" y="146"/>
                  </a:cubicBezTo>
                  <a:cubicBezTo>
                    <a:pt x="533" y="122"/>
                    <a:pt x="540" y="103"/>
                    <a:pt x="553" y="89"/>
                  </a:cubicBezTo>
                  <a:cubicBezTo>
                    <a:pt x="567" y="76"/>
                    <a:pt x="586" y="69"/>
                    <a:pt x="610" y="69"/>
                  </a:cubicBezTo>
                  <a:cubicBezTo>
                    <a:pt x="632" y="69"/>
                    <a:pt x="650" y="75"/>
                    <a:pt x="663" y="89"/>
                  </a:cubicBezTo>
                  <a:close/>
                  <a:moveTo>
                    <a:pt x="646" y="144"/>
                  </a:moveTo>
                  <a:cubicBezTo>
                    <a:pt x="646" y="129"/>
                    <a:pt x="643" y="117"/>
                    <a:pt x="636" y="109"/>
                  </a:cubicBezTo>
                  <a:cubicBezTo>
                    <a:pt x="629" y="101"/>
                    <a:pt x="620" y="97"/>
                    <a:pt x="608" y="97"/>
                  </a:cubicBezTo>
                  <a:cubicBezTo>
                    <a:pt x="596" y="97"/>
                    <a:pt x="586" y="101"/>
                    <a:pt x="579" y="109"/>
                  </a:cubicBezTo>
                  <a:cubicBezTo>
                    <a:pt x="572" y="118"/>
                    <a:pt x="568" y="130"/>
                    <a:pt x="568" y="145"/>
                  </a:cubicBezTo>
                  <a:cubicBezTo>
                    <a:pt x="568" y="160"/>
                    <a:pt x="572" y="172"/>
                    <a:pt x="579" y="180"/>
                  </a:cubicBezTo>
                  <a:cubicBezTo>
                    <a:pt x="586" y="188"/>
                    <a:pt x="596" y="192"/>
                    <a:pt x="608" y="192"/>
                  </a:cubicBezTo>
                  <a:cubicBezTo>
                    <a:pt x="621" y="192"/>
                    <a:pt x="630" y="188"/>
                    <a:pt x="637" y="180"/>
                  </a:cubicBezTo>
                  <a:cubicBezTo>
                    <a:pt x="643" y="172"/>
                    <a:pt x="646" y="160"/>
                    <a:pt x="646" y="144"/>
                  </a:cubicBezTo>
                  <a:close/>
                  <a:moveTo>
                    <a:pt x="757" y="132"/>
                  </a:moveTo>
                  <a:cubicBezTo>
                    <a:pt x="746" y="128"/>
                    <a:pt x="739" y="124"/>
                    <a:pt x="737" y="121"/>
                  </a:cubicBezTo>
                  <a:cubicBezTo>
                    <a:pt x="734" y="119"/>
                    <a:pt x="732" y="115"/>
                    <a:pt x="732" y="110"/>
                  </a:cubicBezTo>
                  <a:cubicBezTo>
                    <a:pt x="732" y="106"/>
                    <a:pt x="734" y="103"/>
                    <a:pt x="738" y="100"/>
                  </a:cubicBezTo>
                  <a:cubicBezTo>
                    <a:pt x="741" y="97"/>
                    <a:pt x="746" y="96"/>
                    <a:pt x="752" y="96"/>
                  </a:cubicBezTo>
                  <a:cubicBezTo>
                    <a:pt x="758" y="96"/>
                    <a:pt x="764" y="97"/>
                    <a:pt x="770" y="98"/>
                  </a:cubicBezTo>
                  <a:cubicBezTo>
                    <a:pt x="776" y="100"/>
                    <a:pt x="781" y="103"/>
                    <a:pt x="785" y="105"/>
                  </a:cubicBezTo>
                  <a:cubicBezTo>
                    <a:pt x="786" y="106"/>
                    <a:pt x="786" y="106"/>
                    <a:pt x="786" y="106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6" y="75"/>
                    <a:pt x="786" y="75"/>
                    <a:pt x="786" y="75"/>
                  </a:cubicBezTo>
                  <a:cubicBezTo>
                    <a:pt x="782" y="73"/>
                    <a:pt x="777" y="72"/>
                    <a:pt x="770" y="70"/>
                  </a:cubicBezTo>
                  <a:cubicBezTo>
                    <a:pt x="764" y="69"/>
                    <a:pt x="758" y="69"/>
                    <a:pt x="753" y="69"/>
                  </a:cubicBezTo>
                  <a:cubicBezTo>
                    <a:pt x="737" y="69"/>
                    <a:pt x="724" y="73"/>
                    <a:pt x="714" y="81"/>
                  </a:cubicBezTo>
                  <a:cubicBezTo>
                    <a:pt x="703" y="89"/>
                    <a:pt x="698" y="100"/>
                    <a:pt x="698" y="113"/>
                  </a:cubicBezTo>
                  <a:cubicBezTo>
                    <a:pt x="698" y="120"/>
                    <a:pt x="699" y="126"/>
                    <a:pt x="701" y="131"/>
                  </a:cubicBezTo>
                  <a:cubicBezTo>
                    <a:pt x="704" y="136"/>
                    <a:pt x="707" y="141"/>
                    <a:pt x="712" y="144"/>
                  </a:cubicBezTo>
                  <a:cubicBezTo>
                    <a:pt x="716" y="148"/>
                    <a:pt x="723" y="152"/>
                    <a:pt x="733" y="156"/>
                  </a:cubicBezTo>
                  <a:cubicBezTo>
                    <a:pt x="740" y="159"/>
                    <a:pt x="746" y="162"/>
                    <a:pt x="750" y="164"/>
                  </a:cubicBezTo>
                  <a:cubicBezTo>
                    <a:pt x="754" y="166"/>
                    <a:pt x="756" y="168"/>
                    <a:pt x="758" y="171"/>
                  </a:cubicBezTo>
                  <a:cubicBezTo>
                    <a:pt x="759" y="173"/>
                    <a:pt x="760" y="175"/>
                    <a:pt x="760" y="179"/>
                  </a:cubicBezTo>
                  <a:cubicBezTo>
                    <a:pt x="760" y="188"/>
                    <a:pt x="753" y="193"/>
                    <a:pt x="738" y="193"/>
                  </a:cubicBezTo>
                  <a:cubicBezTo>
                    <a:pt x="732" y="193"/>
                    <a:pt x="726" y="192"/>
                    <a:pt x="719" y="190"/>
                  </a:cubicBezTo>
                  <a:cubicBezTo>
                    <a:pt x="712" y="187"/>
                    <a:pt x="705" y="184"/>
                    <a:pt x="700" y="180"/>
                  </a:cubicBezTo>
                  <a:cubicBezTo>
                    <a:pt x="698" y="179"/>
                    <a:pt x="698" y="179"/>
                    <a:pt x="698" y="179"/>
                  </a:cubicBezTo>
                  <a:cubicBezTo>
                    <a:pt x="698" y="212"/>
                    <a:pt x="698" y="212"/>
                    <a:pt x="698" y="212"/>
                  </a:cubicBezTo>
                  <a:cubicBezTo>
                    <a:pt x="699" y="212"/>
                    <a:pt x="699" y="212"/>
                    <a:pt x="699" y="212"/>
                  </a:cubicBezTo>
                  <a:cubicBezTo>
                    <a:pt x="703" y="215"/>
                    <a:pt x="710" y="216"/>
                    <a:pt x="717" y="218"/>
                  </a:cubicBezTo>
                  <a:cubicBezTo>
                    <a:pt x="724" y="219"/>
                    <a:pt x="731" y="220"/>
                    <a:pt x="736" y="220"/>
                  </a:cubicBezTo>
                  <a:cubicBezTo>
                    <a:pt x="754" y="220"/>
                    <a:pt x="768" y="216"/>
                    <a:pt x="778" y="208"/>
                  </a:cubicBezTo>
                  <a:cubicBezTo>
                    <a:pt x="789" y="199"/>
                    <a:pt x="794" y="188"/>
                    <a:pt x="794" y="175"/>
                  </a:cubicBezTo>
                  <a:cubicBezTo>
                    <a:pt x="794" y="165"/>
                    <a:pt x="791" y="157"/>
                    <a:pt x="786" y="150"/>
                  </a:cubicBezTo>
                  <a:cubicBezTo>
                    <a:pt x="780" y="143"/>
                    <a:pt x="770" y="137"/>
                    <a:pt x="757" y="132"/>
                  </a:cubicBezTo>
                  <a:close/>
                  <a:moveTo>
                    <a:pt x="938" y="89"/>
                  </a:moveTo>
                  <a:cubicBezTo>
                    <a:pt x="951" y="102"/>
                    <a:pt x="957" y="120"/>
                    <a:pt x="957" y="143"/>
                  </a:cubicBezTo>
                  <a:cubicBezTo>
                    <a:pt x="957" y="166"/>
                    <a:pt x="951" y="185"/>
                    <a:pt x="937" y="199"/>
                  </a:cubicBezTo>
                  <a:cubicBezTo>
                    <a:pt x="924" y="213"/>
                    <a:pt x="905" y="220"/>
                    <a:pt x="882" y="220"/>
                  </a:cubicBezTo>
                  <a:cubicBezTo>
                    <a:pt x="860" y="220"/>
                    <a:pt x="842" y="213"/>
                    <a:pt x="829" y="200"/>
                  </a:cubicBezTo>
                  <a:cubicBezTo>
                    <a:pt x="816" y="187"/>
                    <a:pt x="809" y="169"/>
                    <a:pt x="809" y="146"/>
                  </a:cubicBezTo>
                  <a:cubicBezTo>
                    <a:pt x="809" y="122"/>
                    <a:pt x="816" y="103"/>
                    <a:pt x="829" y="89"/>
                  </a:cubicBezTo>
                  <a:cubicBezTo>
                    <a:pt x="843" y="76"/>
                    <a:pt x="862" y="69"/>
                    <a:pt x="885" y="69"/>
                  </a:cubicBezTo>
                  <a:cubicBezTo>
                    <a:pt x="908" y="69"/>
                    <a:pt x="926" y="75"/>
                    <a:pt x="938" y="89"/>
                  </a:cubicBezTo>
                  <a:close/>
                  <a:moveTo>
                    <a:pt x="922" y="144"/>
                  </a:moveTo>
                  <a:cubicBezTo>
                    <a:pt x="922" y="129"/>
                    <a:pt x="919" y="117"/>
                    <a:pt x="912" y="109"/>
                  </a:cubicBezTo>
                  <a:cubicBezTo>
                    <a:pt x="905" y="101"/>
                    <a:pt x="896" y="97"/>
                    <a:pt x="884" y="97"/>
                  </a:cubicBezTo>
                  <a:cubicBezTo>
                    <a:pt x="871" y="97"/>
                    <a:pt x="862" y="101"/>
                    <a:pt x="855" y="109"/>
                  </a:cubicBezTo>
                  <a:cubicBezTo>
                    <a:pt x="848" y="118"/>
                    <a:pt x="844" y="130"/>
                    <a:pt x="844" y="145"/>
                  </a:cubicBezTo>
                  <a:cubicBezTo>
                    <a:pt x="844" y="160"/>
                    <a:pt x="848" y="172"/>
                    <a:pt x="855" y="180"/>
                  </a:cubicBezTo>
                  <a:cubicBezTo>
                    <a:pt x="862" y="188"/>
                    <a:pt x="871" y="192"/>
                    <a:pt x="884" y="192"/>
                  </a:cubicBezTo>
                  <a:cubicBezTo>
                    <a:pt x="896" y="192"/>
                    <a:pt x="906" y="188"/>
                    <a:pt x="912" y="180"/>
                  </a:cubicBezTo>
                  <a:cubicBezTo>
                    <a:pt x="919" y="172"/>
                    <a:pt x="922" y="160"/>
                    <a:pt x="922" y="144"/>
                  </a:cubicBezTo>
                  <a:close/>
                  <a:moveTo>
                    <a:pt x="1139" y="100"/>
                  </a:moveTo>
                  <a:cubicBezTo>
                    <a:pt x="1139" y="72"/>
                    <a:pt x="1139" y="72"/>
                    <a:pt x="1139" y="72"/>
                  </a:cubicBezTo>
                  <a:cubicBezTo>
                    <a:pt x="1104" y="72"/>
                    <a:pt x="1104" y="72"/>
                    <a:pt x="1104" y="72"/>
                  </a:cubicBezTo>
                  <a:cubicBezTo>
                    <a:pt x="1104" y="29"/>
                    <a:pt x="1104" y="29"/>
                    <a:pt x="1104" y="29"/>
                  </a:cubicBezTo>
                  <a:cubicBezTo>
                    <a:pt x="1103" y="29"/>
                    <a:pt x="1103" y="29"/>
                    <a:pt x="1103" y="29"/>
                  </a:cubicBezTo>
                  <a:cubicBezTo>
                    <a:pt x="1071" y="39"/>
                    <a:pt x="1071" y="39"/>
                    <a:pt x="1071" y="39"/>
                  </a:cubicBezTo>
                  <a:cubicBezTo>
                    <a:pt x="1070" y="40"/>
                    <a:pt x="1070" y="40"/>
                    <a:pt x="1070" y="40"/>
                  </a:cubicBezTo>
                  <a:cubicBezTo>
                    <a:pt x="1070" y="72"/>
                    <a:pt x="1070" y="72"/>
                    <a:pt x="1070" y="72"/>
                  </a:cubicBezTo>
                  <a:cubicBezTo>
                    <a:pt x="1019" y="72"/>
                    <a:pt x="1019" y="72"/>
                    <a:pt x="1019" y="72"/>
                  </a:cubicBezTo>
                  <a:cubicBezTo>
                    <a:pt x="1019" y="54"/>
                    <a:pt x="1019" y="54"/>
                    <a:pt x="1019" y="54"/>
                  </a:cubicBezTo>
                  <a:cubicBezTo>
                    <a:pt x="1019" y="46"/>
                    <a:pt x="1021" y="39"/>
                    <a:pt x="1025" y="35"/>
                  </a:cubicBezTo>
                  <a:cubicBezTo>
                    <a:pt x="1028" y="30"/>
                    <a:pt x="1034" y="28"/>
                    <a:pt x="1040" y="28"/>
                  </a:cubicBezTo>
                  <a:cubicBezTo>
                    <a:pt x="1045" y="28"/>
                    <a:pt x="1050" y="29"/>
                    <a:pt x="1055" y="32"/>
                  </a:cubicBezTo>
                  <a:cubicBezTo>
                    <a:pt x="1057" y="32"/>
                    <a:pt x="1057" y="32"/>
                    <a:pt x="1057" y="32"/>
                  </a:cubicBezTo>
                  <a:cubicBezTo>
                    <a:pt x="1057" y="3"/>
                    <a:pt x="1057" y="3"/>
                    <a:pt x="1057" y="3"/>
                  </a:cubicBezTo>
                  <a:cubicBezTo>
                    <a:pt x="1056" y="3"/>
                    <a:pt x="1056" y="3"/>
                    <a:pt x="1056" y="3"/>
                  </a:cubicBezTo>
                  <a:cubicBezTo>
                    <a:pt x="1051" y="1"/>
                    <a:pt x="1045" y="0"/>
                    <a:pt x="1037" y="0"/>
                  </a:cubicBezTo>
                  <a:cubicBezTo>
                    <a:pt x="1027" y="0"/>
                    <a:pt x="1018" y="3"/>
                    <a:pt x="1010" y="7"/>
                  </a:cubicBezTo>
                  <a:cubicBezTo>
                    <a:pt x="1002" y="11"/>
                    <a:pt x="996" y="17"/>
                    <a:pt x="991" y="25"/>
                  </a:cubicBezTo>
                  <a:cubicBezTo>
                    <a:pt x="987" y="33"/>
                    <a:pt x="985" y="42"/>
                    <a:pt x="985" y="52"/>
                  </a:cubicBezTo>
                  <a:cubicBezTo>
                    <a:pt x="985" y="72"/>
                    <a:pt x="985" y="72"/>
                    <a:pt x="985" y="72"/>
                  </a:cubicBezTo>
                  <a:cubicBezTo>
                    <a:pt x="961" y="72"/>
                    <a:pt x="961" y="72"/>
                    <a:pt x="961" y="72"/>
                  </a:cubicBezTo>
                  <a:cubicBezTo>
                    <a:pt x="961" y="100"/>
                    <a:pt x="961" y="100"/>
                    <a:pt x="961" y="100"/>
                  </a:cubicBezTo>
                  <a:cubicBezTo>
                    <a:pt x="985" y="100"/>
                    <a:pt x="985" y="100"/>
                    <a:pt x="985" y="100"/>
                  </a:cubicBezTo>
                  <a:cubicBezTo>
                    <a:pt x="985" y="217"/>
                    <a:pt x="985" y="217"/>
                    <a:pt x="985" y="217"/>
                  </a:cubicBezTo>
                  <a:cubicBezTo>
                    <a:pt x="1019" y="217"/>
                    <a:pt x="1019" y="217"/>
                    <a:pt x="1019" y="217"/>
                  </a:cubicBezTo>
                  <a:cubicBezTo>
                    <a:pt x="1019" y="100"/>
                    <a:pt x="1019" y="100"/>
                    <a:pt x="1019" y="100"/>
                  </a:cubicBezTo>
                  <a:cubicBezTo>
                    <a:pt x="1070" y="100"/>
                    <a:pt x="1070" y="100"/>
                    <a:pt x="1070" y="100"/>
                  </a:cubicBezTo>
                  <a:cubicBezTo>
                    <a:pt x="1070" y="174"/>
                    <a:pt x="1070" y="174"/>
                    <a:pt x="1070" y="174"/>
                  </a:cubicBezTo>
                  <a:cubicBezTo>
                    <a:pt x="1070" y="205"/>
                    <a:pt x="1084" y="220"/>
                    <a:pt x="1113" y="220"/>
                  </a:cubicBezTo>
                  <a:cubicBezTo>
                    <a:pt x="1118" y="220"/>
                    <a:pt x="1122" y="220"/>
                    <a:pt x="1127" y="219"/>
                  </a:cubicBezTo>
                  <a:cubicBezTo>
                    <a:pt x="1133" y="217"/>
                    <a:pt x="1136" y="216"/>
                    <a:pt x="1138" y="215"/>
                  </a:cubicBezTo>
                  <a:cubicBezTo>
                    <a:pt x="1139" y="215"/>
                    <a:pt x="1139" y="215"/>
                    <a:pt x="1139" y="215"/>
                  </a:cubicBezTo>
                  <a:cubicBezTo>
                    <a:pt x="1139" y="187"/>
                    <a:pt x="1139" y="187"/>
                    <a:pt x="1139" y="187"/>
                  </a:cubicBezTo>
                  <a:cubicBezTo>
                    <a:pt x="1137" y="188"/>
                    <a:pt x="1137" y="188"/>
                    <a:pt x="1137" y="188"/>
                  </a:cubicBezTo>
                  <a:cubicBezTo>
                    <a:pt x="1135" y="189"/>
                    <a:pt x="1133" y="190"/>
                    <a:pt x="1130" y="191"/>
                  </a:cubicBezTo>
                  <a:cubicBezTo>
                    <a:pt x="1127" y="192"/>
                    <a:pt x="1125" y="192"/>
                    <a:pt x="1123" y="192"/>
                  </a:cubicBezTo>
                  <a:cubicBezTo>
                    <a:pt x="1117" y="192"/>
                    <a:pt x="1112" y="190"/>
                    <a:pt x="1109" y="187"/>
                  </a:cubicBezTo>
                  <a:cubicBezTo>
                    <a:pt x="1106" y="183"/>
                    <a:pt x="1104" y="177"/>
                    <a:pt x="1104" y="168"/>
                  </a:cubicBezTo>
                  <a:cubicBezTo>
                    <a:pt x="1104" y="100"/>
                    <a:pt x="1104" y="100"/>
                    <a:pt x="1104" y="100"/>
                  </a:cubicBezTo>
                  <a:lnTo>
                    <a:pt x="1139" y="1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823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>
            <a:spAutoFit/>
          </a:bodyPr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10058401" cy="794064"/>
          </a:xfrm>
          <a:noFill/>
        </p:spPr>
        <p:txBody>
          <a:bodyPr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6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09973"/>
            <a:ext cx="10056812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lang="en-US" sz="7200" b="0" kern="1200" cap="none" spc="-100" baseline="0" dirty="0">
                <a:ln w="3175"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202582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2884901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6629115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66974557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556723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2390786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</a:t>
            </a:r>
            <a:r>
              <a:rPr lang="en-US" sz="70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 </a:t>
            </a:r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Microsoft Corporation. All rights reserved.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59230" y="3145040"/>
            <a:ext cx="3288506" cy="70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980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General content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0912" y="310868"/>
            <a:ext cx="11503739" cy="699453"/>
          </a:xfrm>
          <a:noFill/>
        </p:spPr>
        <p:txBody>
          <a:bodyPr rIns="91440">
            <a:noAutofit/>
          </a:bodyPr>
          <a:lstStyle>
            <a:lvl1pPr>
              <a:defRPr sz="3672" baseline="0">
                <a:solidFill>
                  <a:schemeClr val="accent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414549" y="1165754"/>
            <a:ext cx="11400102" cy="5051601"/>
          </a:xfrm>
          <a:prstGeom prst="rect">
            <a:avLst/>
          </a:prstGeom>
        </p:spPr>
        <p:txBody>
          <a:bodyPr vert="horz" lIns="91440" tIns="45720">
            <a:normAutofit/>
          </a:bodyPr>
          <a:lstStyle>
            <a:lvl1pPr marL="0" indent="0">
              <a:lnSpc>
                <a:spcPct val="100000"/>
              </a:lnSpc>
              <a:spcBef>
                <a:spcPts val="306"/>
              </a:spcBef>
              <a:buFontTx/>
              <a:buNone/>
              <a:defRPr sz="2856" baseline="0">
                <a:solidFill>
                  <a:srgbClr val="3F3F3F"/>
                </a:solidFill>
                <a:latin typeface="Segoe UI Light" pitchFamily="34" charset="0"/>
              </a:defRPr>
            </a:lvl1pPr>
          </a:lstStyle>
          <a:p>
            <a:pPr lvl="0"/>
            <a:r>
              <a:rPr lang="en-US" dirty="0"/>
              <a:t>Click to edit slide content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541575" y="6622133"/>
            <a:ext cx="2901844" cy="372394"/>
          </a:xfrm>
        </p:spPr>
        <p:txBody>
          <a:bodyPr/>
          <a:lstStyle>
            <a:lvl1pPr>
              <a:defRPr>
                <a:solidFill>
                  <a:srgbClr val="3F3F3F"/>
                </a:solidFill>
                <a:latin typeface="+mn-lt"/>
              </a:defRPr>
            </a:lvl1pPr>
          </a:lstStyle>
          <a:p>
            <a:fld id="{74A398B2-5A34-1A4A-811E-F402728256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lide Number Placeholder 3"/>
          <p:cNvSpPr txBox="1">
            <a:spLocks/>
          </p:cNvSpPr>
          <p:nvPr userDrawn="1"/>
        </p:nvSpPr>
        <p:spPr>
          <a:xfrm>
            <a:off x="4767316" y="6605942"/>
            <a:ext cx="2901844" cy="372394"/>
          </a:xfrm>
          <a:prstGeom prst="rect">
            <a:avLst/>
          </a:prstGeom>
        </p:spPr>
        <p:txBody>
          <a:bodyPr vert="horz" lIns="186521" tIns="46630" rIns="186521" bIns="4663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rgbClr val="3F3F3F"/>
                </a:solidFill>
                <a:latin typeface="+mn-lt"/>
                <a:ea typeface="+mn-ea"/>
                <a:cs typeface="Segoe Pro Ligh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16" dirty="0"/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841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 rot="5400000">
            <a:off x="9393899" y="3050513"/>
            <a:ext cx="6995160" cy="89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270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0" r:id="rId1"/>
    <p:sldLayoutId id="2147484167" r:id="rId2"/>
    <p:sldLayoutId id="2147484087" r:id="rId3"/>
    <p:sldLayoutId id="2147484098" r:id="rId4"/>
    <p:sldLayoutId id="2147484107" r:id="rId5"/>
    <p:sldLayoutId id="2147484086" r:id="rId6"/>
    <p:sldLayoutId id="2147484099" r:id="rId7"/>
    <p:sldLayoutId id="2147484100" r:id="rId8"/>
    <p:sldLayoutId id="2147484106" r:id="rId9"/>
    <p:sldLayoutId id="2147484089" r:id="rId10"/>
    <p:sldLayoutId id="2147484092" r:id="rId11"/>
    <p:sldLayoutId id="2147484105" r:id="rId12"/>
    <p:sldLayoutId id="2147484182" r:id="rId13"/>
    <p:sldLayoutId id="2147484130" r:id="rId14"/>
    <p:sldLayoutId id="2147484101" r:id="rId15"/>
    <p:sldLayoutId id="2147484102" r:id="rId16"/>
    <p:sldLayoutId id="2147484093" r:id="rId17"/>
    <p:sldLayoutId id="2147484127" r:id="rId18"/>
    <p:sldLayoutId id="2147484128" r:id="rId19"/>
    <p:sldLayoutId id="2147484129" r:id="rId20"/>
    <p:sldLayoutId id="2147484094" r:id="rId21"/>
    <p:sldLayoutId id="2147484195" r:id="rId22"/>
    <p:sldLayoutId id="2147484096" r:id="rId23"/>
    <p:sldLayoutId id="2147484267" r:id="rId24"/>
    <p:sldLayoutId id="2147484269" r:id="rId25"/>
    <p:sldLayoutId id="2147484270" r:id="rId26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 rot="5400000">
            <a:off x="9393899" y="3050513"/>
            <a:ext cx="6995160" cy="89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66" r:id="rId1"/>
    <p:sldLayoutId id="2147484236" r:id="rId2"/>
    <p:sldLayoutId id="2147484240" r:id="rId3"/>
    <p:sldLayoutId id="2147484241" r:id="rId4"/>
    <p:sldLayoutId id="2147484244" r:id="rId5"/>
    <p:sldLayoutId id="2147484245" r:id="rId6"/>
    <p:sldLayoutId id="2147484247" r:id="rId7"/>
    <p:sldLayoutId id="2147484249" r:id="rId8"/>
    <p:sldLayoutId id="2147484250" r:id="rId9"/>
    <p:sldLayoutId id="2147484264" r:id="rId10"/>
    <p:sldLayoutId id="2147484251" r:id="rId11"/>
    <p:sldLayoutId id="2147484252" r:id="rId12"/>
    <p:sldLayoutId id="2147484253" r:id="rId13"/>
    <p:sldLayoutId id="2147484254" r:id="rId14"/>
    <p:sldLayoutId id="2147484256" r:id="rId15"/>
    <p:sldLayoutId id="2147484257" r:id="rId16"/>
    <p:sldLayoutId id="2147484258" r:id="rId17"/>
    <p:sldLayoutId id="2147484259" r:id="rId18"/>
    <p:sldLayoutId id="2147484260" r:id="rId19"/>
    <p:sldLayoutId id="2147484261" r:id="rId20"/>
    <p:sldLayoutId id="2147484263" r:id="rId21"/>
    <p:sldLayoutId id="2147484268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bile.twitter.com/NyanH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mobile.twitter.com/gaelcolas" TargetMode="External"/><Relationship Id="rId4" Type="http://schemas.openxmlformats.org/officeDocument/2006/relationships/hyperlink" Target="https://twitter.com/raimundandre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ownload.microsoft.com/download/C/4/A/C4A14099-FEA4-4CB3-8A8F-A0C2BE5A1219/The%20Release%20Pipeline%20Model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elcolas/datu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pester/Pester" TargetMode="External"/><Relationship Id="rId4" Type="http://schemas.openxmlformats.org/officeDocument/2006/relationships/hyperlink" Target="https://github.com/RamblingCookieMonster/PSDepend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tomatedLab/CommonTasks/tree/master/CommonTasks/DscResources/DscLcmMaintenanceWindow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AutomatedLab/DscWorkshop/tree/master/Exercises" TargetMode="External"/><Relationship Id="rId4" Type="http://schemas.openxmlformats.org/officeDocument/2006/relationships/hyperlink" Target="https://github.com/AutomatedLab/CommonTasks/tree/master/CommonTasks/DscResources/DscTaggin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utomatedLab/DscWorkshop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AutomatedLab/AutomatedLab" TargetMode="External"/><Relationship Id="rId5" Type="http://schemas.openxmlformats.org/officeDocument/2006/relationships/hyperlink" Target="https://github.com/dsccommunity/CommonTasks" TargetMode="External"/><Relationship Id="rId4" Type="http://schemas.openxmlformats.org/officeDocument/2006/relationships/hyperlink" Target="https://github.com/dsccommunity/DscWorksh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702" y="2777182"/>
            <a:ext cx="5943600" cy="1536526"/>
          </a:xfrm>
        </p:spPr>
        <p:txBody>
          <a:bodyPr/>
          <a:lstStyle/>
          <a:p>
            <a:r>
              <a:rPr lang="en-US" dirty="0"/>
              <a:t>DscWorkshop  Overview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73050" y="5153445"/>
            <a:ext cx="5943600" cy="995547"/>
          </a:xfrm>
        </p:spPr>
        <p:txBody>
          <a:bodyPr/>
          <a:lstStyle/>
          <a:p>
            <a:r>
              <a:rPr lang="en-US" dirty="0"/>
              <a:t>Raimund Andree</a:t>
            </a:r>
          </a:p>
        </p:txBody>
      </p:sp>
      <p:pic>
        <p:nvPicPr>
          <p:cNvPr id="5" name="Picture 4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C22B69E5-F858-4F2B-856E-502C42EF5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721" y="-103138"/>
            <a:ext cx="2736304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4339650"/>
          </a:xfrm>
        </p:spPr>
        <p:txBody>
          <a:bodyPr/>
          <a:lstStyle/>
          <a:p>
            <a:pPr marL="571500" indent="-571500"/>
            <a:r>
              <a:rPr lang="de-DE" dirty="0"/>
              <a:t>Jan-Hendrik Peters</a:t>
            </a:r>
          </a:p>
          <a:p>
            <a:pPr marL="812800" lvl="1" indent="-571500"/>
            <a:r>
              <a:rPr lang="en-US" dirty="0"/>
              <a:t>PFE at Microsoft</a:t>
            </a:r>
          </a:p>
          <a:p>
            <a:pPr marL="812800" lvl="1" indent="-571500"/>
            <a:r>
              <a:rPr lang="en-US" dirty="0"/>
              <a:t>Twitter: </a:t>
            </a:r>
            <a:r>
              <a:rPr lang="en-US" u="sng" dirty="0">
                <a:hlinkClick r:id="rId3"/>
              </a:rPr>
              <a:t>@</a:t>
            </a:r>
            <a:r>
              <a:rPr lang="en-US" u="sng" dirty="0" err="1">
                <a:hlinkClick r:id="rId3"/>
              </a:rPr>
              <a:t>NyanHP</a:t>
            </a:r>
            <a:endParaRPr lang="en-US" dirty="0"/>
          </a:p>
          <a:p>
            <a:pPr marL="571500" indent="-571500"/>
            <a:r>
              <a:rPr lang="en-US" dirty="0"/>
              <a:t>Raimund </a:t>
            </a:r>
            <a:r>
              <a:rPr lang="en-US" dirty="0" err="1"/>
              <a:t>Andr</a:t>
            </a:r>
            <a:r>
              <a:rPr lang="de-DE" dirty="0" err="1"/>
              <a:t>ée</a:t>
            </a:r>
            <a:endParaRPr lang="de-DE" dirty="0"/>
          </a:p>
          <a:p>
            <a:pPr marL="812800" lvl="1" indent="-571500"/>
            <a:r>
              <a:rPr lang="en-US" dirty="0"/>
              <a:t>PFE at Microsoft</a:t>
            </a:r>
          </a:p>
          <a:p>
            <a:pPr marL="812800" lvl="1" indent="-571500"/>
            <a:r>
              <a:rPr lang="en-US" dirty="0"/>
              <a:t>Twitter: </a:t>
            </a:r>
            <a:r>
              <a:rPr lang="en-US" dirty="0">
                <a:hlinkClick r:id="rId4"/>
              </a:rPr>
              <a:t>@raimundandree</a:t>
            </a:r>
            <a:endParaRPr lang="en-US" dirty="0"/>
          </a:p>
          <a:p>
            <a:pPr marL="571500" indent="-571500"/>
            <a:r>
              <a:rPr lang="de-DE" dirty="0"/>
              <a:t>Gael Colas</a:t>
            </a:r>
          </a:p>
          <a:p>
            <a:pPr marL="812800" lvl="1" indent="-571500"/>
            <a:r>
              <a:rPr lang="de-DE" dirty="0"/>
              <a:t>Contractor in Config PG</a:t>
            </a:r>
          </a:p>
          <a:p>
            <a:pPr marL="812800" lvl="1" indent="-571500"/>
            <a:r>
              <a:rPr lang="de-DE" dirty="0"/>
              <a:t>Twitter: </a:t>
            </a:r>
            <a:r>
              <a:rPr lang="en-US" u="sng" dirty="0">
                <a:hlinkClick r:id="rId5"/>
              </a:rPr>
              <a:t>@gaelcolas</a:t>
            </a:r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317459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1902059"/>
          </a:xfrm>
        </p:spPr>
        <p:txBody>
          <a:bodyPr/>
          <a:lstStyle/>
          <a:p>
            <a:pPr marL="571500" indent="-571500"/>
            <a:r>
              <a:rPr lang="en-US" dirty="0"/>
              <a:t>End-to-end DSC project template</a:t>
            </a:r>
          </a:p>
          <a:p>
            <a:pPr marL="571500" indent="-571500"/>
            <a:r>
              <a:rPr lang="en-US" dirty="0"/>
              <a:t>Follows principles of </a:t>
            </a:r>
            <a:r>
              <a:rPr lang="en-US" dirty="0">
                <a:hlinkClick r:id="rId3"/>
              </a:rPr>
              <a:t>The Release Pipeline Model</a:t>
            </a:r>
            <a:endParaRPr lang="en-US" dirty="0"/>
          </a:p>
          <a:p>
            <a:pPr marL="571500" indent="-571500"/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about?</a:t>
            </a:r>
          </a:p>
        </p:txBody>
      </p:sp>
    </p:spTree>
    <p:extLst>
      <p:ext uri="{BB962C8B-B14F-4D97-AF65-F5344CB8AC3E}">
        <p14:creationId xmlns:p14="http://schemas.microsoft.com/office/powerpoint/2010/main" val="119573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120854"/>
          </a:xfrm>
        </p:spPr>
        <p:txBody>
          <a:bodyPr/>
          <a:lstStyle/>
          <a:p>
            <a:pPr marL="571500" indent="-571500"/>
            <a:r>
              <a:rPr lang="en-US" dirty="0"/>
              <a:t>Why DevOps in an Ops World?</a:t>
            </a:r>
          </a:p>
          <a:p>
            <a:pPr marL="571500" indent="-571500"/>
            <a:r>
              <a:rPr lang="en-US" dirty="0"/>
              <a:t>DSC Basics</a:t>
            </a:r>
          </a:p>
          <a:p>
            <a:pPr marL="571500" indent="-571500"/>
            <a:r>
              <a:rPr lang="en-US" dirty="0"/>
              <a:t>Why the DscWorkshop Blueprint?</a:t>
            </a:r>
          </a:p>
          <a:p>
            <a:pPr marL="571500" indent="-571500"/>
            <a:endParaRPr lang="en-US" dirty="0"/>
          </a:p>
          <a:p>
            <a:pPr marL="571500" indent="-571500"/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5976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1F24-0E42-4CEB-8F7B-D9267C83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DevOps in an Ops World?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65FD4-05DA-4FAA-AF37-74CA039EE9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769989"/>
          </a:xfrm>
        </p:spPr>
        <p:txBody>
          <a:bodyPr/>
          <a:lstStyle/>
          <a:p>
            <a:r>
              <a:rPr lang="en-US" dirty="0"/>
              <a:t>Infrastructure Problems</a:t>
            </a:r>
          </a:p>
          <a:p>
            <a:r>
              <a:rPr lang="en-US" dirty="0"/>
              <a:t>The solution: Release Pipeline (learning from the </a:t>
            </a:r>
            <a:r>
              <a:rPr lang="en-US" dirty="0" err="1"/>
              <a:t>devs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53204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C6B-21A9-4774-A6F9-A5DDA985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Infrastructure Problems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16CAB-EFE7-4C92-9B4B-BAA9919600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447098"/>
          </a:xfrm>
        </p:spPr>
        <p:txBody>
          <a:bodyPr/>
          <a:lstStyle/>
          <a:p>
            <a:pPr fontAlgn="base"/>
            <a:r>
              <a:rPr lang="en-US" dirty="0"/>
              <a:t>Evolving complexity lowers change delivery capacity </a:t>
            </a:r>
          </a:p>
          <a:p>
            <a:pPr fontAlgn="base"/>
            <a:r>
              <a:rPr lang="en-US" dirty="0"/>
              <a:t>Missing trust in change process </a:t>
            </a:r>
          </a:p>
          <a:p>
            <a:pPr fontAlgn="base"/>
            <a:r>
              <a:rPr lang="en-US" dirty="0"/>
              <a:t>No automated tests</a:t>
            </a:r>
          </a:p>
          <a:p>
            <a:pPr fontAlgn="base"/>
            <a:r>
              <a:rPr lang="en-US" dirty="0"/>
              <a:t>No documentation (that someone finds and reads)</a:t>
            </a:r>
          </a:p>
          <a:p>
            <a:pPr fontAlgn="base"/>
            <a:r>
              <a:rPr lang="en-US" dirty="0"/>
              <a:t>No visibility of the defined state (intent) </a:t>
            </a:r>
          </a:p>
        </p:txBody>
      </p:sp>
    </p:spTree>
    <p:extLst>
      <p:ext uri="{BB962C8B-B14F-4D97-AF65-F5344CB8AC3E}">
        <p14:creationId xmlns:p14="http://schemas.microsoft.com/office/powerpoint/2010/main" val="37526813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CAD3-99A0-42D2-AD29-31E187B7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96" b="1" dirty="0"/>
              <a:t>Build trust &amp; abstract complexity</a:t>
            </a:r>
            <a:endParaRPr lang="en-GB" sz="4896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B6283-0E7D-4116-AECB-9B98A2DD6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345" y="1792191"/>
            <a:ext cx="1603409" cy="18574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723262-98E9-43F3-AABF-BA0117619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6463" y="1777700"/>
            <a:ext cx="1534326" cy="1810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E7F683-2863-41F6-B5FD-5E985EEDD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841" y="2056499"/>
            <a:ext cx="1334796" cy="12554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941CBE-E227-4025-826D-2766B874B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68" y="1790368"/>
            <a:ext cx="730388" cy="145790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A4B9D49-0670-427F-ABB6-073F207569C4}"/>
              </a:ext>
            </a:extLst>
          </p:cNvPr>
          <p:cNvGrpSpPr/>
          <p:nvPr/>
        </p:nvGrpSpPr>
        <p:grpSpPr>
          <a:xfrm>
            <a:off x="1882491" y="2341066"/>
            <a:ext cx="1489761" cy="729349"/>
            <a:chOff x="1329611" y="5706987"/>
            <a:chExt cx="1460683" cy="715113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52536642-9B4A-438D-83B8-2D091A188CAD}"/>
                </a:ext>
              </a:extLst>
            </p:cNvPr>
            <p:cNvSpPr/>
            <p:nvPr/>
          </p:nvSpPr>
          <p:spPr>
            <a:xfrm>
              <a:off x="1475299" y="5706987"/>
              <a:ext cx="1314995" cy="465906"/>
            </a:xfrm>
            <a:prstGeom prst="rightArrow">
              <a:avLst>
                <a:gd name="adj1" fmla="val 28246"/>
                <a:gd name="adj2" fmla="val 5934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36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0944866-7841-447D-849B-4C53087D0A2D}"/>
                </a:ext>
              </a:extLst>
            </p:cNvPr>
            <p:cNvSpPr txBox="1"/>
            <p:nvPr/>
          </p:nvSpPr>
          <p:spPr>
            <a:xfrm>
              <a:off x="1329611" y="6054571"/>
              <a:ext cx="1209404" cy="367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36" b="1" dirty="0"/>
                <a:t>CHANGE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6311D4-EBFC-450E-B7A5-1A51C82240F7}"/>
              </a:ext>
            </a:extLst>
          </p:cNvPr>
          <p:cNvGrpSpPr/>
          <p:nvPr/>
        </p:nvGrpSpPr>
        <p:grpSpPr>
          <a:xfrm>
            <a:off x="4862016" y="2345216"/>
            <a:ext cx="1494251" cy="661684"/>
            <a:chOff x="4250979" y="5711057"/>
            <a:chExt cx="1465085" cy="648769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138E82DD-9E5B-4A21-A6BC-25320E12B0FF}"/>
                </a:ext>
              </a:extLst>
            </p:cNvPr>
            <p:cNvSpPr/>
            <p:nvPr/>
          </p:nvSpPr>
          <p:spPr>
            <a:xfrm>
              <a:off x="4401069" y="5711057"/>
              <a:ext cx="1314995" cy="465906"/>
            </a:xfrm>
            <a:prstGeom prst="rightArrow">
              <a:avLst>
                <a:gd name="adj1" fmla="val 28246"/>
                <a:gd name="adj2" fmla="val 5934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36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D5961F-57D1-47EF-89C3-D8D1C61E124C}"/>
                </a:ext>
              </a:extLst>
            </p:cNvPr>
            <p:cNvSpPr txBox="1"/>
            <p:nvPr/>
          </p:nvSpPr>
          <p:spPr>
            <a:xfrm>
              <a:off x="4250979" y="5992297"/>
              <a:ext cx="1210681" cy="367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36" b="1" dirty="0"/>
                <a:t>CHANGE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6181D5-1927-42F4-B840-B1FB0C8A3F92}"/>
              </a:ext>
            </a:extLst>
          </p:cNvPr>
          <p:cNvGrpSpPr/>
          <p:nvPr/>
        </p:nvGrpSpPr>
        <p:grpSpPr>
          <a:xfrm>
            <a:off x="8179818" y="2324278"/>
            <a:ext cx="1430377" cy="682623"/>
            <a:chOff x="7504022" y="5690527"/>
            <a:chExt cx="1402458" cy="669299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F54BFE1D-A798-46ED-9B0A-EE155780BBCF}"/>
                </a:ext>
              </a:extLst>
            </p:cNvPr>
            <p:cNvSpPr/>
            <p:nvPr/>
          </p:nvSpPr>
          <p:spPr>
            <a:xfrm>
              <a:off x="7591485" y="5690527"/>
              <a:ext cx="1314995" cy="465906"/>
            </a:xfrm>
            <a:prstGeom prst="rightArrow">
              <a:avLst>
                <a:gd name="adj1" fmla="val 28246"/>
                <a:gd name="adj2" fmla="val 5934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36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1B7062-8349-41B6-B331-2B68416F8844}"/>
                </a:ext>
              </a:extLst>
            </p:cNvPr>
            <p:cNvSpPr txBox="1"/>
            <p:nvPr/>
          </p:nvSpPr>
          <p:spPr>
            <a:xfrm>
              <a:off x="7504022" y="5992297"/>
              <a:ext cx="1151179" cy="367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836" b="1" dirty="0"/>
                <a:t>CHANGE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766C577-9EA3-4E83-BC03-DCC15421A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447" y="1344127"/>
            <a:ext cx="798622" cy="7511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EAA62B-DB1E-4B52-A0F4-E4A023AF3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196" y="1334243"/>
            <a:ext cx="798622" cy="75117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AF9DDC2-03D3-43CD-89D3-5B300215C653}"/>
              </a:ext>
            </a:extLst>
          </p:cNvPr>
          <p:cNvSpPr txBox="1"/>
          <p:nvPr/>
        </p:nvSpPr>
        <p:spPr>
          <a:xfrm>
            <a:off x="3372252" y="3450872"/>
            <a:ext cx="6600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Applying Transforms (the action to get from A to B)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7A8399D-F412-4DEE-A53A-D4F56C5377D3}"/>
              </a:ext>
            </a:extLst>
          </p:cNvPr>
          <p:cNvGrpSpPr/>
          <p:nvPr/>
        </p:nvGrpSpPr>
        <p:grpSpPr>
          <a:xfrm>
            <a:off x="835519" y="4366220"/>
            <a:ext cx="10711928" cy="2603425"/>
            <a:chOff x="818346" y="4280996"/>
            <a:chExt cx="10502844" cy="255260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26AA8C6-B180-4B2F-8D22-2F18D8F77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1572" y="4295205"/>
              <a:ext cx="1572112" cy="182118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0F5D3350-40ED-4FA7-85C2-DF26FC1F5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5115" y="4280996"/>
              <a:ext cx="1504378" cy="177532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14CF9A7-56D7-43C4-A150-EA15D783C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8346" y="4293418"/>
              <a:ext cx="716132" cy="1429444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A8764D5-C1E3-4DF2-B6F5-FF586D88C290}"/>
                </a:ext>
              </a:extLst>
            </p:cNvPr>
            <p:cNvGrpSpPr/>
            <p:nvPr/>
          </p:nvGrpSpPr>
          <p:grpSpPr>
            <a:xfrm>
              <a:off x="1716311" y="4833367"/>
              <a:ext cx="1569400" cy="739884"/>
              <a:chOff x="1220894" y="5706987"/>
              <a:chExt cx="1569400" cy="739884"/>
            </a:xfrm>
          </p:grpSpPr>
          <p:sp>
            <p:nvSpPr>
              <p:cNvPr id="30" name="Arrow: Right 29">
                <a:extLst>
                  <a:ext uri="{FF2B5EF4-FFF2-40B4-BE49-F238E27FC236}">
                    <a16:creationId xmlns:a16="http://schemas.microsoft.com/office/drawing/2014/main" id="{B397D8CC-3C3B-459A-9F4E-6DB4F5C0AC46}"/>
                  </a:ext>
                </a:extLst>
              </p:cNvPr>
              <p:cNvSpPr/>
              <p:nvPr/>
            </p:nvSpPr>
            <p:spPr>
              <a:xfrm>
                <a:off x="1475299" y="5706987"/>
                <a:ext cx="1314995" cy="465906"/>
              </a:xfrm>
              <a:prstGeom prst="rightArrow">
                <a:avLst>
                  <a:gd name="adj1" fmla="val 28246"/>
                  <a:gd name="adj2" fmla="val 5934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36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31F64C7-1E56-4E37-8EF7-4DB55A2A528C}"/>
                  </a:ext>
                </a:extLst>
              </p:cNvPr>
              <p:cNvSpPr txBox="1"/>
              <p:nvPr/>
            </p:nvSpPr>
            <p:spPr>
              <a:xfrm>
                <a:off x="1220894" y="6054571"/>
                <a:ext cx="1318122" cy="392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000" b="1" dirty="0"/>
                  <a:t>CHANGE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1A0BB13-C96C-45DF-9FCE-512327710795}"/>
                </a:ext>
              </a:extLst>
            </p:cNvPr>
            <p:cNvSpPr txBox="1"/>
            <p:nvPr/>
          </p:nvSpPr>
          <p:spPr>
            <a:xfrm>
              <a:off x="2236785" y="6116389"/>
              <a:ext cx="8822708" cy="39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/>
                <a:t>Promoting Artefacts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5342A8C-46E0-4105-BBD5-0FE38D76E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4224" y="4816907"/>
              <a:ext cx="694267" cy="7943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845D763-C4DA-4531-A678-CE59C8B4B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87649" y="4995711"/>
              <a:ext cx="1308742" cy="123099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8B8E6E2-9079-4BB1-BCCC-0EDAB3701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89508" y="4847761"/>
              <a:ext cx="694267" cy="79430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69581D6-C188-4502-886D-89DB6A578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26923" y="4885663"/>
              <a:ext cx="694267" cy="794300"/>
            </a:xfrm>
            <a:prstGeom prst="rect">
              <a:avLst/>
            </a:prstGeom>
          </p:spPr>
        </p:pic>
        <p:cxnSp>
          <p:nvCxnSpPr>
            <p:cNvPr id="45" name="Connector: Curved 44">
              <a:extLst>
                <a:ext uri="{FF2B5EF4-FFF2-40B4-BE49-F238E27FC236}">
                  <a16:creationId xmlns:a16="http://schemas.microsoft.com/office/drawing/2014/main" id="{989AB625-2DC6-4E99-A05A-34513EB1DC75}"/>
                </a:ext>
              </a:extLst>
            </p:cNvPr>
            <p:cNvCxnSpPr>
              <a:stCxn id="41" idx="0"/>
              <a:endCxn id="42" idx="2"/>
            </p:cNvCxnSpPr>
            <p:nvPr/>
          </p:nvCxnSpPr>
          <p:spPr>
            <a:xfrm rot="16200000" flipH="1">
              <a:off x="5236423" y="3141842"/>
              <a:ext cx="825154" cy="4175284"/>
            </a:xfrm>
            <a:prstGeom prst="curvedConnector5">
              <a:avLst>
                <a:gd name="adj1" fmla="val -50071"/>
                <a:gd name="adj2" fmla="val 47790"/>
                <a:gd name="adj3" fmla="val 169387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or: Curved 53">
              <a:extLst>
                <a:ext uri="{FF2B5EF4-FFF2-40B4-BE49-F238E27FC236}">
                  <a16:creationId xmlns:a16="http://schemas.microsoft.com/office/drawing/2014/main" id="{42635B5D-43DB-4E7C-A76A-6BF46CD83C57}"/>
                </a:ext>
              </a:extLst>
            </p:cNvPr>
            <p:cNvCxnSpPr>
              <a:stCxn id="42" idx="3"/>
              <a:endCxn id="43" idx="2"/>
            </p:cNvCxnSpPr>
            <p:nvPr/>
          </p:nvCxnSpPr>
          <p:spPr>
            <a:xfrm>
              <a:off x="8083775" y="5244911"/>
              <a:ext cx="2890282" cy="435052"/>
            </a:xfrm>
            <a:prstGeom prst="curvedConnector4">
              <a:avLst>
                <a:gd name="adj1" fmla="val 33256"/>
                <a:gd name="adj2" fmla="val 266313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21FCA85-F9DF-47D0-926D-85C4DBA3438A}"/>
                </a:ext>
              </a:extLst>
            </p:cNvPr>
            <p:cNvSpPr txBox="1"/>
            <p:nvPr/>
          </p:nvSpPr>
          <p:spPr>
            <a:xfrm>
              <a:off x="6096000" y="6229271"/>
              <a:ext cx="1603982" cy="39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/>
                <a:t>Delivery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B6C075-2162-402E-8C48-68AAC2F302FB}"/>
                </a:ext>
              </a:extLst>
            </p:cNvPr>
            <p:cNvSpPr txBox="1"/>
            <p:nvPr/>
          </p:nvSpPr>
          <p:spPr>
            <a:xfrm>
              <a:off x="9421752" y="6441305"/>
              <a:ext cx="1603982" cy="39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/>
                <a:t>Delivery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16614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CAD3-99A0-42D2-AD29-31E187B7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96" b="1" dirty="0"/>
              <a:t>Artefact</a:t>
            </a:r>
            <a:r>
              <a:rPr lang="en-GB" sz="4896" dirty="0"/>
              <a:t> (or </a:t>
            </a:r>
            <a:r>
              <a:rPr lang="en-GB" sz="4896" dirty="0" err="1"/>
              <a:t>Artifact</a:t>
            </a:r>
            <a:r>
              <a:rPr lang="en-GB" sz="4896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99CE-EB4E-4FE2-A7D7-00F205166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52367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3200" dirty="0" err="1"/>
              <a:t>Arte</a:t>
            </a:r>
            <a:r>
              <a:rPr lang="en-GB" sz="3200" dirty="0"/>
              <a:t> + Factum = Something made by / of Art</a:t>
            </a:r>
          </a:p>
          <a:p>
            <a:pPr marL="0" indent="0">
              <a:buNone/>
            </a:pPr>
            <a:r>
              <a:rPr lang="en-GB" sz="3200" dirty="0"/>
              <a:t>Art = work produced by human creative skill and imagination.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/>
              <a:t>An unit or entity (something)</a:t>
            </a:r>
          </a:p>
          <a:p>
            <a:r>
              <a:rPr lang="en-GB" sz="3200" dirty="0"/>
              <a:t>Created from human changes (initially)</a:t>
            </a:r>
          </a:p>
          <a:p>
            <a:r>
              <a:rPr lang="en-GB" sz="3200" dirty="0"/>
              <a:t>Versioned (uniqueness)</a:t>
            </a:r>
          </a:p>
          <a:p>
            <a:r>
              <a:rPr lang="en-GB" sz="3200" dirty="0"/>
              <a:t>Tested (to build trust)</a:t>
            </a:r>
          </a:p>
          <a:p>
            <a:r>
              <a:rPr lang="en-GB" sz="3200" dirty="0"/>
              <a:t>Immutable (or you’ll lose trust)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0233FB-0618-4B3B-959A-46CF8FCDC16A}"/>
              </a:ext>
            </a:extLst>
          </p:cNvPr>
          <p:cNvGrpSpPr/>
          <p:nvPr/>
        </p:nvGrpSpPr>
        <p:grpSpPr>
          <a:xfrm>
            <a:off x="9146806" y="4033736"/>
            <a:ext cx="2454803" cy="1931608"/>
            <a:chOff x="8967407" y="3955002"/>
            <a:chExt cx="2406888" cy="18939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8BDE43E-DD73-450E-AA0D-41CDC01B1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5858" y="3955002"/>
              <a:ext cx="1589986" cy="1522522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20956A-9C18-4E1C-BB6A-8F2B362DB279}"/>
                </a:ext>
              </a:extLst>
            </p:cNvPr>
            <p:cNvSpPr txBox="1"/>
            <p:nvPr/>
          </p:nvSpPr>
          <p:spPr>
            <a:xfrm>
              <a:off x="8967407" y="5379868"/>
              <a:ext cx="2406888" cy="469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48" b="1" dirty="0"/>
                <a:t>ABSTRACTION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708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AD8690-3CC5-4855-908E-0DD64D864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374" y="2474069"/>
            <a:ext cx="9839726" cy="2780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F63A01-52B4-4E5C-AA85-3F7D04F69B99}"/>
              </a:ext>
            </a:extLst>
          </p:cNvPr>
          <p:cNvSpPr txBox="1"/>
          <p:nvPr/>
        </p:nvSpPr>
        <p:spPr>
          <a:xfrm>
            <a:off x="2297850" y="4939265"/>
            <a:ext cx="1040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EBFA6-7F8E-405E-B78C-29A1B7D17E05}"/>
              </a:ext>
            </a:extLst>
          </p:cNvPr>
          <p:cNvSpPr txBox="1"/>
          <p:nvPr/>
        </p:nvSpPr>
        <p:spPr>
          <a:xfrm>
            <a:off x="8575650" y="4528501"/>
            <a:ext cx="1314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Artefact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DB453F-8C00-4FF5-9B41-74E00AFF5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729" y="5339375"/>
            <a:ext cx="708309" cy="7069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A4A770-4DA5-43BD-8FBB-01859CDA0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6639" y="5613644"/>
            <a:ext cx="1362206" cy="12883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267817-79D8-4C7B-8CE6-5189ECFBAB5C}"/>
              </a:ext>
            </a:extLst>
          </p:cNvPr>
          <p:cNvSpPr txBox="1"/>
          <p:nvPr/>
        </p:nvSpPr>
        <p:spPr>
          <a:xfrm>
            <a:off x="8161161" y="5986987"/>
            <a:ext cx="3626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Artefact Repository</a:t>
            </a: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5D8BA2AC-EA95-40D2-9D30-EC9B6F308C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71879" y="4338875"/>
            <a:ext cx="1658540" cy="1253186"/>
          </a:xfrm>
          <a:prstGeom prst="curvedConnector3">
            <a:avLst>
              <a:gd name="adj1" fmla="val 538"/>
            </a:avLst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DB0DC4E-B066-4A76-BA4E-C0EEF9D7E71D}"/>
              </a:ext>
            </a:extLst>
          </p:cNvPr>
          <p:cNvSpPr/>
          <p:nvPr/>
        </p:nvSpPr>
        <p:spPr>
          <a:xfrm>
            <a:off x="411348" y="1525478"/>
            <a:ext cx="12024244" cy="862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48" b="1" dirty="0"/>
              <a:t>“The pipeline […]</a:t>
            </a:r>
            <a:r>
              <a:rPr lang="en-GB" sz="2448" b="1" dirty="0">
                <a:solidFill>
                  <a:srgbClr val="111111"/>
                </a:solidFill>
                <a:latin typeface="Amazon Ember"/>
              </a:rPr>
              <a:t> applies its rules in a rigorous, unemotional way”</a:t>
            </a:r>
            <a:br>
              <a:rPr lang="en-GB" sz="2448" b="1" dirty="0">
                <a:solidFill>
                  <a:srgbClr val="111111"/>
                </a:solidFill>
                <a:latin typeface="Amazon Ember"/>
              </a:rPr>
            </a:br>
            <a:r>
              <a:rPr lang="en-GB" sz="2448" b="1" dirty="0">
                <a:solidFill>
                  <a:srgbClr val="111111"/>
                </a:solidFill>
                <a:latin typeface="Amazon Ember"/>
              </a:rPr>
              <a:t>   - Mark Schwartz, </a:t>
            </a:r>
            <a:r>
              <a:rPr lang="en-GB" sz="2448" b="1" i="1" dirty="0">
                <a:solidFill>
                  <a:srgbClr val="111111"/>
                </a:solidFill>
                <a:latin typeface="Amazon Ember"/>
              </a:rPr>
              <a:t>The Art of Business Value</a:t>
            </a:r>
            <a:endParaRPr lang="en-GB" sz="2448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B27569-AAFC-48BE-B7CB-A94A2000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Release Pipeline</a:t>
            </a:r>
          </a:p>
        </p:txBody>
      </p:sp>
    </p:spTree>
    <p:extLst>
      <p:ext uri="{BB962C8B-B14F-4D97-AF65-F5344CB8AC3E}">
        <p14:creationId xmlns:p14="http://schemas.microsoft.com/office/powerpoint/2010/main" val="131789341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E98D45-2D5F-49D3-985F-CAF2AF4D2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35" y="1089934"/>
            <a:ext cx="7016730" cy="38049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F4F59D-BC94-4397-94D3-B07D3B470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348" y="4105502"/>
            <a:ext cx="7789459" cy="2999466"/>
          </a:xfrm>
          <a:prstGeom prst="rect">
            <a:avLst/>
          </a:prstGeom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30D00560-F7A9-4B7B-B1B4-4E666331025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205565" y="2992404"/>
            <a:ext cx="636547" cy="205628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8A83855-AC0F-4E69-9C36-705EAF385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674" y="5208907"/>
            <a:ext cx="1156870" cy="139183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B42768-BC46-44F0-B600-762BFCC469EF}"/>
              </a:ext>
            </a:extLst>
          </p:cNvPr>
          <p:cNvCxnSpPr>
            <a:cxnSpLocks/>
          </p:cNvCxnSpPr>
          <p:nvPr/>
        </p:nvCxnSpPr>
        <p:spPr>
          <a:xfrm>
            <a:off x="10796692" y="5208907"/>
            <a:ext cx="599714" cy="3299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070A5B-4481-4CAD-B934-163B1C243C13}"/>
              </a:ext>
            </a:extLst>
          </p:cNvPr>
          <p:cNvCxnSpPr>
            <a:cxnSpLocks/>
          </p:cNvCxnSpPr>
          <p:nvPr/>
        </p:nvCxnSpPr>
        <p:spPr>
          <a:xfrm flipV="1">
            <a:off x="10796692" y="6107732"/>
            <a:ext cx="599714" cy="2852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BA73FA-8596-456B-9F63-018939AEC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975" y="3295831"/>
            <a:ext cx="659478" cy="85627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EA54AC-06D6-4A04-8A8D-51C09046941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0872371" y="3723967"/>
            <a:ext cx="641603" cy="4775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1A93D60-5395-4DF7-9931-F60A9886BE5F}"/>
              </a:ext>
            </a:extLst>
          </p:cNvPr>
          <p:cNvSpPr/>
          <p:nvPr/>
        </p:nvSpPr>
        <p:spPr bwMode="auto">
          <a:xfrm>
            <a:off x="11027807" y="3109910"/>
            <a:ext cx="1319676" cy="3560926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6521" tIns="149217" rIns="186521" bIns="14921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51028" fontAlgn="base">
              <a:spcBef>
                <a:spcPct val="0"/>
              </a:spcBef>
              <a:spcAft>
                <a:spcPct val="0"/>
              </a:spcAft>
            </a:pPr>
            <a:endParaRPr lang="en-US" sz="204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A32847F2-4FD5-4435-89F3-99C373AA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CI/CD Release Pipeline for DSC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0837505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CE70-DA25-4485-B194-A2581DA5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Principles and </a:t>
            </a:r>
            <a:r>
              <a:rPr lang="en-US" dirty="0" err="1"/>
              <a:t>Technolgies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A488D-3846-4637-8E01-E19A7F602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4801314"/>
          </a:xfrm>
        </p:spPr>
        <p:txBody>
          <a:bodyPr/>
          <a:lstStyle/>
          <a:p>
            <a:r>
              <a:rPr lang="en-US" dirty="0"/>
              <a:t>Source Control (Git)</a:t>
            </a:r>
          </a:p>
          <a:p>
            <a:r>
              <a:rPr lang="en-US" dirty="0"/>
              <a:t>Linting (PSScriptAnalyzer)</a:t>
            </a:r>
          </a:p>
          <a:p>
            <a:r>
              <a:rPr lang="en-US" dirty="0"/>
              <a:t>Unit- and Integration Testing (Pester)</a:t>
            </a:r>
          </a:p>
          <a:p>
            <a:r>
              <a:rPr lang="en-US" dirty="0"/>
              <a:t>Dependency Resolution (</a:t>
            </a:r>
            <a:r>
              <a:rPr lang="en-US" dirty="0" err="1"/>
              <a:t>PSDepend</a:t>
            </a:r>
            <a:r>
              <a:rPr lang="en-US" dirty="0"/>
              <a:t>)</a:t>
            </a:r>
          </a:p>
          <a:p>
            <a:r>
              <a:rPr lang="en-US" dirty="0"/>
              <a:t>Build Pipeline (</a:t>
            </a:r>
            <a:r>
              <a:rPr lang="en-US" dirty="0" err="1"/>
              <a:t>InvokeBuild</a:t>
            </a:r>
            <a:r>
              <a:rPr lang="en-US" dirty="0"/>
              <a:t>)</a:t>
            </a:r>
          </a:p>
          <a:p>
            <a:r>
              <a:rPr lang="en-US" dirty="0"/>
              <a:t>Automatic Versioning (</a:t>
            </a:r>
            <a:r>
              <a:rPr lang="en-US" dirty="0" err="1"/>
              <a:t>GitVersion</a:t>
            </a:r>
            <a:r>
              <a:rPr lang="en-US" dirty="0"/>
              <a:t>)</a:t>
            </a:r>
          </a:p>
          <a:p>
            <a:r>
              <a:rPr lang="en-US" dirty="0"/>
              <a:t>CI/CD Release Pipeline (Azure DevOps)</a:t>
            </a:r>
          </a:p>
        </p:txBody>
      </p:sp>
    </p:spTree>
    <p:extLst>
      <p:ext uri="{BB962C8B-B14F-4D97-AF65-F5344CB8AC3E}">
        <p14:creationId xmlns:p14="http://schemas.microsoft.com/office/powerpoint/2010/main" val="235896828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1F24-0E42-4CEB-8F7B-D9267C83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DevOps?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65FD4-05DA-4FAA-AF37-74CA039EE9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769989"/>
          </a:xfrm>
        </p:spPr>
        <p:txBody>
          <a:bodyPr/>
          <a:lstStyle/>
          <a:p>
            <a:r>
              <a:rPr lang="en-US" dirty="0"/>
              <a:t>Infrastructure Problems</a:t>
            </a:r>
          </a:p>
          <a:p>
            <a:r>
              <a:rPr lang="en-US" dirty="0"/>
              <a:t>The solution: Release Pipeline (mostly Dev)</a:t>
            </a:r>
          </a:p>
          <a:p>
            <a:endParaRPr lang="en-US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695813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1F24-0E42-4CEB-8F7B-D9267C83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DSC Basics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65FD4-05DA-4FAA-AF37-74CA039EE9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769989"/>
          </a:xfrm>
        </p:spPr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is </a:t>
            </a:r>
            <a:r>
              <a:rPr lang="de-DE" dirty="0" err="1"/>
              <a:t>Desired</a:t>
            </a:r>
            <a:r>
              <a:rPr lang="de-DE" dirty="0"/>
              <a:t> State </a:t>
            </a:r>
            <a:r>
              <a:rPr lang="de-DE" dirty="0" err="1"/>
              <a:t>Configuration</a:t>
            </a:r>
            <a:r>
              <a:rPr lang="de-DE" dirty="0"/>
              <a:t>?</a:t>
            </a:r>
          </a:p>
          <a:p>
            <a:r>
              <a:rPr lang="de-DE" dirty="0"/>
              <a:t>Components of </a:t>
            </a:r>
            <a:r>
              <a:rPr lang="de-DE" dirty="0" err="1"/>
              <a:t>Desired</a:t>
            </a:r>
            <a:r>
              <a:rPr lang="de-DE" dirty="0"/>
              <a:t> State </a:t>
            </a:r>
            <a:r>
              <a:rPr lang="de-DE" dirty="0" err="1"/>
              <a:t>Configuration</a:t>
            </a:r>
            <a:endParaRPr lang="de-DE" dirty="0"/>
          </a:p>
          <a:p>
            <a:r>
              <a:rPr lang="de-DE" dirty="0"/>
              <a:t>Composite </a:t>
            </a:r>
            <a:r>
              <a:rPr lang="de-DE" dirty="0" err="1"/>
              <a:t>resources</a:t>
            </a:r>
            <a:endParaRPr lang="de-DE" dirty="0"/>
          </a:p>
          <a:p>
            <a:r>
              <a:rPr lang="de-DE" dirty="0"/>
              <a:t>From </a:t>
            </a:r>
            <a:r>
              <a:rPr lang="de-DE" dirty="0" err="1"/>
              <a:t>static</a:t>
            </a:r>
            <a:r>
              <a:rPr lang="de-DE" dirty="0"/>
              <a:t> to </a:t>
            </a:r>
            <a:r>
              <a:rPr lang="de-DE" dirty="0" err="1"/>
              <a:t>dynamic</a:t>
            </a:r>
            <a:r>
              <a:rPr lang="de-DE" dirty="0"/>
              <a:t> with </a:t>
            </a:r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92448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the end, it’s MOF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MOF - Managed Object Format</a:t>
            </a:r>
          </a:p>
          <a:p>
            <a:r>
              <a:rPr lang="en-US" dirty="0"/>
              <a:t>Industry standard text files containing resource and configuration data</a:t>
            </a:r>
          </a:p>
          <a:p>
            <a:r>
              <a:rPr lang="en-US" dirty="0"/>
              <a:t>Consumed by WMI/CIM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534525" y="6621463"/>
            <a:ext cx="2901950" cy="373062"/>
          </a:xfrm>
        </p:spPr>
        <p:txBody>
          <a:bodyPr/>
          <a:lstStyle/>
          <a:p>
            <a:fld id="{74A398B2-5A34-1A4A-811E-F4027282568C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734892" y="3977604"/>
            <a:ext cx="1830174" cy="1759086"/>
            <a:chOff x="623201" y="2389198"/>
            <a:chExt cx="1794451" cy="1724751"/>
          </a:xfrm>
        </p:grpSpPr>
        <p:pic>
          <p:nvPicPr>
            <p:cNvPr id="7" name="Picture 3" descr="\\MAGNUM\Projects\Microsoft\Cloud Power FY12\Design\ICONS_PNG\Document.png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834449" y="2389198"/>
              <a:ext cx="1371957" cy="1520799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623201" y="3739103"/>
              <a:ext cx="1794451" cy="374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36" dirty="0" err="1">
                  <a:solidFill>
                    <a:schemeClr val="tx1">
                      <a:lumMod val="50000"/>
                    </a:schemeClr>
                  </a:solidFill>
                </a:rPr>
                <a:t>localhost.mof</a:t>
              </a:r>
              <a:endParaRPr lang="en-US" sz="1836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29" y="2591638"/>
            <a:ext cx="5498474" cy="4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5286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Push / Pull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536113" y="6621463"/>
            <a:ext cx="2900362" cy="373062"/>
          </a:xfrm>
        </p:spPr>
        <p:txBody>
          <a:bodyPr/>
          <a:lstStyle/>
          <a:p>
            <a:fld id="{74A398B2-5A34-1A4A-811E-F4027282568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16359" y="1147134"/>
            <a:ext cx="11530314" cy="547499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36">
              <a:solidFill>
                <a:prstClr val="whit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3384" y="1205504"/>
            <a:ext cx="1530608" cy="478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48" b="1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Authoring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9505" y="1205504"/>
            <a:ext cx="1197085" cy="478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48" b="1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Staging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24715" y="1210061"/>
            <a:ext cx="1061387" cy="478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48" b="1" dirty="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Nodes</a:t>
            </a:r>
          </a:p>
        </p:txBody>
      </p:sp>
      <p:pic>
        <p:nvPicPr>
          <p:cNvPr id="33" name="Picture 3" descr="\\MAGNUM\Projects\Microsoft\Cloud Power FY12\Design\ICONS_PNG\Laptop.pn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76194" y="1594089"/>
            <a:ext cx="1558165" cy="1558165"/>
          </a:xfrm>
          <a:prstGeom prst="rect">
            <a:avLst/>
          </a:prstGeom>
          <a:noFill/>
        </p:spPr>
      </p:pic>
      <p:grpSp>
        <p:nvGrpSpPr>
          <p:cNvPr id="35" name="Group 34"/>
          <p:cNvGrpSpPr/>
          <p:nvPr/>
        </p:nvGrpSpPr>
        <p:grpSpPr>
          <a:xfrm>
            <a:off x="516246" y="3145881"/>
            <a:ext cx="1828541" cy="1172766"/>
            <a:chOff x="917949" y="3040063"/>
            <a:chExt cx="1828800" cy="1172932"/>
          </a:xfrm>
        </p:grpSpPr>
        <p:pic>
          <p:nvPicPr>
            <p:cNvPr id="36" name="Picture 35" descr="\\MAGNUM\Projects\Microsoft\Cloud Power FY12\Design\ICONS_PNG\Document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375149" y="3040063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37" name="TextBox 36"/>
            <p:cNvSpPr txBox="1"/>
            <p:nvPr/>
          </p:nvSpPr>
          <p:spPr>
            <a:xfrm>
              <a:off x="917949" y="3695930"/>
              <a:ext cx="1828800" cy="517065"/>
            </a:xfrm>
            <a:prstGeom prst="rect">
              <a:avLst/>
            </a:prstGeom>
            <a:noFill/>
          </p:spPr>
          <p:txBody>
            <a:bodyPr wrap="square" lIns="182854" tIns="146283" rIns="182854" bIns="146283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599" dirty="0">
                  <a:gradFill>
                    <a:gsLst>
                      <a:gs pos="2917">
                        <a:prstClr val="white"/>
                      </a:gs>
                      <a:gs pos="30000">
                        <a:prstClr val="white"/>
                      </a:gs>
                    </a:gsLst>
                    <a:lin ang="5400000" scaled="0"/>
                  </a:gradFill>
                </a:rPr>
                <a:t>Server1.mof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0051796" y="1455803"/>
            <a:ext cx="1828541" cy="2019367"/>
            <a:chOff x="9323581" y="1643064"/>
            <a:chExt cx="1828800" cy="2019653"/>
          </a:xfrm>
        </p:grpSpPr>
        <p:pic>
          <p:nvPicPr>
            <p:cNvPr id="42" name="Picture 41" descr="\\MAGNUM\Projects\Microsoft\Cloud Power FY12\Design\Icons\PNGs\Server_2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9323581" y="1643064"/>
              <a:ext cx="1828800" cy="1828800"/>
            </a:xfrm>
            <a:prstGeom prst="rect">
              <a:avLst/>
            </a:prstGeom>
            <a:noFill/>
          </p:spPr>
        </p:pic>
        <p:sp>
          <p:nvSpPr>
            <p:cNvPr id="44" name="TextBox 43"/>
            <p:cNvSpPr txBox="1"/>
            <p:nvPr/>
          </p:nvSpPr>
          <p:spPr>
            <a:xfrm>
              <a:off x="9323581" y="3145652"/>
              <a:ext cx="1828800" cy="517065"/>
            </a:xfrm>
            <a:prstGeom prst="rect">
              <a:avLst/>
            </a:prstGeom>
            <a:noFill/>
          </p:spPr>
          <p:txBody>
            <a:bodyPr wrap="square" lIns="182854" tIns="146283" rIns="182854" bIns="146283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599" dirty="0">
                  <a:gradFill>
                    <a:gsLst>
                      <a:gs pos="2917">
                        <a:prstClr val="white"/>
                      </a:gs>
                      <a:gs pos="30000">
                        <a:prstClr val="white"/>
                      </a:gs>
                    </a:gsLst>
                    <a:lin ang="5400000" scaled="0"/>
                  </a:gradFill>
                </a:rPr>
                <a:t>Server1</a:t>
              </a:r>
            </a:p>
          </p:txBody>
        </p:sp>
      </p:grpSp>
      <p:pic>
        <p:nvPicPr>
          <p:cNvPr id="45" name="Picture 2" descr="\\MAGNUM\Projects\Microsoft\Cloud Power FY12\Design\ICONS_PNG\Next_Gen_Application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234080" y="2375970"/>
            <a:ext cx="1657446" cy="1657446"/>
          </a:xfrm>
          <a:prstGeom prst="rect">
            <a:avLst/>
          </a:prstGeom>
          <a:noFill/>
        </p:spPr>
      </p:pic>
      <p:grpSp>
        <p:nvGrpSpPr>
          <p:cNvPr id="46" name="Group 45"/>
          <p:cNvGrpSpPr/>
          <p:nvPr/>
        </p:nvGrpSpPr>
        <p:grpSpPr>
          <a:xfrm>
            <a:off x="5405032" y="3988853"/>
            <a:ext cx="1626413" cy="1590693"/>
            <a:chOff x="9004759" y="599109"/>
            <a:chExt cx="1869866" cy="1828800"/>
          </a:xfrm>
        </p:grpSpPr>
        <p:pic>
          <p:nvPicPr>
            <p:cNvPr id="47" name="Picture 2" descr="\\MAGNUM\Projects\Microsoft\Cloud Power FY12\Design\Icons\PNGs\Server_2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9045825" y="599109"/>
              <a:ext cx="1828800" cy="1828800"/>
            </a:xfrm>
            <a:prstGeom prst="rect">
              <a:avLst/>
            </a:prstGeom>
            <a:noFill/>
          </p:spPr>
        </p:pic>
        <p:pic>
          <p:nvPicPr>
            <p:cNvPr id="48" name="Picture 5" descr="C:\Users\mitchellg\Desktop\Folder.png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9004759" y="901721"/>
              <a:ext cx="1063142" cy="1063142"/>
            </a:xfrm>
            <a:prstGeom prst="rect">
              <a:avLst/>
            </a:prstGeom>
            <a:noFill/>
          </p:spPr>
        </p:pic>
      </p:grpSp>
      <p:sp>
        <p:nvSpPr>
          <p:cNvPr id="49" name="U-Turn Arrow 48"/>
          <p:cNvSpPr/>
          <p:nvPr/>
        </p:nvSpPr>
        <p:spPr bwMode="auto">
          <a:xfrm rot="16200000">
            <a:off x="8065302" y="1537070"/>
            <a:ext cx="1216118" cy="3252799"/>
          </a:xfrm>
          <a:prstGeom prst="uturnArrow">
            <a:avLst>
              <a:gd name="adj1" fmla="val 25000"/>
              <a:gd name="adj2" fmla="val 25000"/>
              <a:gd name="adj3" fmla="val 25881"/>
              <a:gd name="adj4" fmla="val 43750"/>
              <a:gd name="adj5" fmla="val 10000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186521" tIns="149217" rIns="186521" bIns="14921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5102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4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Config</a:t>
            </a:r>
            <a:r>
              <a:rPr lang="en-US" sz="204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Pulled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0063832" y="3097691"/>
            <a:ext cx="1828541" cy="2019367"/>
            <a:chOff x="9323581" y="1643064"/>
            <a:chExt cx="1828800" cy="2019653"/>
          </a:xfrm>
        </p:grpSpPr>
        <p:pic>
          <p:nvPicPr>
            <p:cNvPr id="55" name="Picture 54" descr="\\MAGNUM\Projects\Microsoft\Cloud Power FY12\Design\Icons\PNGs\Server_2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9323581" y="1643064"/>
              <a:ext cx="1828800" cy="1828800"/>
            </a:xfrm>
            <a:prstGeom prst="rect">
              <a:avLst/>
            </a:prstGeom>
            <a:noFill/>
          </p:spPr>
        </p:pic>
        <p:sp>
          <p:nvSpPr>
            <p:cNvPr id="56" name="TextBox 55"/>
            <p:cNvSpPr txBox="1"/>
            <p:nvPr/>
          </p:nvSpPr>
          <p:spPr>
            <a:xfrm>
              <a:off x="9323581" y="3145652"/>
              <a:ext cx="1828800" cy="517065"/>
            </a:xfrm>
            <a:prstGeom prst="rect">
              <a:avLst/>
            </a:prstGeom>
            <a:noFill/>
          </p:spPr>
          <p:txBody>
            <a:bodyPr wrap="square" lIns="182854" tIns="146283" rIns="182854" bIns="146283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599" dirty="0">
                  <a:gradFill>
                    <a:gsLst>
                      <a:gs pos="2917">
                        <a:prstClr val="white"/>
                      </a:gs>
                      <a:gs pos="30000">
                        <a:prstClr val="white"/>
                      </a:gs>
                    </a:gsLst>
                    <a:lin ang="5400000" scaled="0"/>
                  </a:gradFill>
                </a:rPr>
                <a:t>Server1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0051796" y="4739580"/>
            <a:ext cx="1828541" cy="2019367"/>
            <a:chOff x="9323581" y="1643064"/>
            <a:chExt cx="1828800" cy="2019653"/>
          </a:xfrm>
        </p:grpSpPr>
        <p:pic>
          <p:nvPicPr>
            <p:cNvPr id="58" name="Picture 57" descr="\\MAGNUM\Projects\Microsoft\Cloud Power FY12\Design\Icons\PNGs\Server_2.png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9323581" y="1643064"/>
              <a:ext cx="1828800" cy="1828800"/>
            </a:xfrm>
            <a:prstGeom prst="rect">
              <a:avLst/>
            </a:prstGeom>
            <a:noFill/>
          </p:spPr>
        </p:pic>
        <p:sp>
          <p:nvSpPr>
            <p:cNvPr id="59" name="TextBox 58"/>
            <p:cNvSpPr txBox="1"/>
            <p:nvPr/>
          </p:nvSpPr>
          <p:spPr>
            <a:xfrm>
              <a:off x="9323581" y="3145652"/>
              <a:ext cx="1828800" cy="517065"/>
            </a:xfrm>
            <a:prstGeom prst="rect">
              <a:avLst/>
            </a:prstGeom>
            <a:noFill/>
          </p:spPr>
          <p:txBody>
            <a:bodyPr wrap="square" lIns="182854" tIns="146283" rIns="182854" bIns="146283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599" dirty="0">
                  <a:gradFill>
                    <a:gsLst>
                      <a:gs pos="2917">
                        <a:prstClr val="white"/>
                      </a:gs>
                      <a:gs pos="30000">
                        <a:prstClr val="white"/>
                      </a:gs>
                    </a:gsLst>
                    <a:lin ang="5400000" scaled="0"/>
                  </a:gradFill>
                </a:rPr>
                <a:t>Server1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16246" y="3892425"/>
            <a:ext cx="1828541" cy="1172766"/>
            <a:chOff x="917949" y="3040063"/>
            <a:chExt cx="1828800" cy="1172932"/>
          </a:xfrm>
        </p:grpSpPr>
        <p:pic>
          <p:nvPicPr>
            <p:cNvPr id="63" name="Picture 62" descr="\\MAGNUM\Projects\Microsoft\Cloud Power FY12\Design\ICONS_PNG\Document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375149" y="3040063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64" name="TextBox 63"/>
            <p:cNvSpPr txBox="1"/>
            <p:nvPr/>
          </p:nvSpPr>
          <p:spPr>
            <a:xfrm>
              <a:off x="917949" y="3695930"/>
              <a:ext cx="1828800" cy="517065"/>
            </a:xfrm>
            <a:prstGeom prst="rect">
              <a:avLst/>
            </a:prstGeom>
            <a:noFill/>
          </p:spPr>
          <p:txBody>
            <a:bodyPr wrap="square" lIns="182854" tIns="146283" rIns="182854" bIns="146283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599" dirty="0">
                  <a:gradFill>
                    <a:gsLst>
                      <a:gs pos="2917">
                        <a:prstClr val="white"/>
                      </a:gs>
                      <a:gs pos="30000">
                        <a:prstClr val="white"/>
                      </a:gs>
                    </a:gsLst>
                    <a:lin ang="5400000" scaled="0"/>
                  </a:gradFill>
                </a:rPr>
                <a:t>Server1.mof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16246" y="4638968"/>
            <a:ext cx="1828541" cy="1172766"/>
            <a:chOff x="917949" y="3040063"/>
            <a:chExt cx="1828800" cy="1172932"/>
          </a:xfrm>
        </p:grpSpPr>
        <p:pic>
          <p:nvPicPr>
            <p:cNvPr id="66" name="Picture 65" descr="\\MAGNUM\Projects\Microsoft\Cloud Power FY12\Design\ICONS_PNG\Document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375149" y="3040063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67" name="TextBox 66"/>
            <p:cNvSpPr txBox="1"/>
            <p:nvPr/>
          </p:nvSpPr>
          <p:spPr>
            <a:xfrm>
              <a:off x="917949" y="3695930"/>
              <a:ext cx="1828800" cy="517065"/>
            </a:xfrm>
            <a:prstGeom prst="rect">
              <a:avLst/>
            </a:prstGeom>
            <a:noFill/>
          </p:spPr>
          <p:txBody>
            <a:bodyPr wrap="square" lIns="182854" tIns="146283" rIns="182854" bIns="146283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599" dirty="0">
                  <a:gradFill>
                    <a:gsLst>
                      <a:gs pos="2917">
                        <a:prstClr val="white"/>
                      </a:gs>
                      <a:gs pos="30000">
                        <a:prstClr val="white"/>
                      </a:gs>
                    </a:gsLst>
                    <a:lin ang="5400000" scaled="0"/>
                  </a:gradFill>
                </a:rPr>
                <a:t>Server1.mof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516246" y="5385511"/>
            <a:ext cx="1828541" cy="1172766"/>
            <a:chOff x="917949" y="3040063"/>
            <a:chExt cx="1828800" cy="1172932"/>
          </a:xfrm>
        </p:grpSpPr>
        <p:pic>
          <p:nvPicPr>
            <p:cNvPr id="69" name="Picture 68" descr="\\MAGNUM\Projects\Microsoft\Cloud Power FY12\Design\ICONS_PNG\Document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 bwMode="auto">
            <a:xfrm>
              <a:off x="1375149" y="3040063"/>
              <a:ext cx="914400" cy="914400"/>
            </a:xfrm>
            <a:prstGeom prst="rect">
              <a:avLst/>
            </a:prstGeom>
            <a:noFill/>
          </p:spPr>
        </p:pic>
        <p:sp>
          <p:nvSpPr>
            <p:cNvPr id="70" name="TextBox 69"/>
            <p:cNvSpPr txBox="1"/>
            <p:nvPr/>
          </p:nvSpPr>
          <p:spPr>
            <a:xfrm>
              <a:off x="917949" y="3695930"/>
              <a:ext cx="1828800" cy="517065"/>
            </a:xfrm>
            <a:prstGeom prst="rect">
              <a:avLst/>
            </a:prstGeom>
            <a:noFill/>
          </p:spPr>
          <p:txBody>
            <a:bodyPr wrap="square" lIns="182854" tIns="146283" rIns="182854" bIns="146283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599" dirty="0">
                  <a:gradFill>
                    <a:gsLst>
                      <a:gs pos="2917">
                        <a:prstClr val="white"/>
                      </a:gs>
                      <a:gs pos="30000">
                        <a:prstClr val="white"/>
                      </a:gs>
                    </a:gsLst>
                    <a:lin ang="5400000" scaled="0"/>
                  </a:gradFill>
                </a:rPr>
                <a:t>Server1.mof</a:t>
              </a:r>
            </a:p>
          </p:txBody>
        </p:sp>
      </p:grpSp>
      <p:sp>
        <p:nvSpPr>
          <p:cNvPr id="71" name="U-Turn Arrow 70"/>
          <p:cNvSpPr/>
          <p:nvPr/>
        </p:nvSpPr>
        <p:spPr bwMode="auto">
          <a:xfrm rot="16200000">
            <a:off x="8069557" y="3059444"/>
            <a:ext cx="1216118" cy="3252800"/>
          </a:xfrm>
          <a:prstGeom prst="uturnArrow">
            <a:avLst>
              <a:gd name="adj1" fmla="val 25000"/>
              <a:gd name="adj2" fmla="val 25000"/>
              <a:gd name="adj3" fmla="val 25881"/>
              <a:gd name="adj4" fmla="val 43750"/>
              <a:gd name="adj5" fmla="val 100000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186521" tIns="149217" rIns="186521" bIns="14921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5102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40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Config</a:t>
            </a:r>
            <a:r>
              <a:rPr lang="en-US" sz="204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Pulled</a:t>
            </a:r>
          </a:p>
        </p:txBody>
      </p:sp>
      <p:sp>
        <p:nvSpPr>
          <p:cNvPr id="73" name="Right Arrow 72"/>
          <p:cNvSpPr/>
          <p:nvPr/>
        </p:nvSpPr>
        <p:spPr bwMode="auto">
          <a:xfrm>
            <a:off x="2177833" y="2843259"/>
            <a:ext cx="3056246" cy="696814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6521" tIns="149217" rIns="186521" bIns="1492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102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36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Configs</a:t>
            </a:r>
            <a:r>
              <a:rPr lang="en-US" sz="1836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Deployed</a:t>
            </a:r>
          </a:p>
        </p:txBody>
      </p:sp>
      <p:sp>
        <p:nvSpPr>
          <p:cNvPr id="74" name="Right Arrow 73"/>
          <p:cNvSpPr/>
          <p:nvPr/>
        </p:nvSpPr>
        <p:spPr bwMode="auto">
          <a:xfrm>
            <a:off x="2177833" y="4348575"/>
            <a:ext cx="3056246" cy="696814"/>
          </a:xfrm>
          <a:prstGeom prst="righ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6521" tIns="149217" rIns="186521" bIns="1492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5102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36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Configs</a:t>
            </a:r>
            <a:r>
              <a:rPr lang="en-US" sz="1836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Deployed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74904" y="3614467"/>
            <a:ext cx="2122385" cy="583860"/>
          </a:xfrm>
          <a:prstGeom prst="rect">
            <a:avLst/>
          </a:prstGeom>
          <a:noFill/>
        </p:spPr>
        <p:txBody>
          <a:bodyPr wrap="square" lIns="186521" tIns="149217" rIns="186521" bIns="149217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12"/>
              </a:spcAft>
            </a:pPr>
            <a:r>
              <a:rPr lang="en-US" sz="2040" dirty="0">
                <a:solidFill>
                  <a:srgbClr val="000000">
                    <a:lumMod val="65000"/>
                    <a:lumOff val="35000"/>
                  </a:srgbClr>
                </a:solidFill>
              </a:rPr>
              <a:t>IIS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61610" y="5259518"/>
            <a:ext cx="1948974" cy="583860"/>
          </a:xfrm>
          <a:prstGeom prst="rect">
            <a:avLst/>
          </a:prstGeom>
          <a:noFill/>
        </p:spPr>
        <p:txBody>
          <a:bodyPr wrap="square" lIns="186521" tIns="149217" rIns="186521" bIns="149217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12"/>
              </a:spcAft>
            </a:pPr>
            <a:r>
              <a:rPr lang="en-US" sz="2040" dirty="0">
                <a:solidFill>
                  <a:srgbClr val="000000">
                    <a:lumMod val="65000"/>
                    <a:lumOff val="35000"/>
                  </a:srgbClr>
                </a:solidFill>
              </a:rPr>
              <a:t>File Share</a:t>
            </a:r>
          </a:p>
        </p:txBody>
      </p:sp>
    </p:spTree>
    <p:extLst>
      <p:ext uri="{BB962C8B-B14F-4D97-AF65-F5344CB8AC3E}">
        <p14:creationId xmlns:p14="http://schemas.microsoft.com/office/powerpoint/2010/main" val="294155433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8BBB-4601-49C6-971F-F4FF7A66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Demo: Components of DSC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CB6CD-E0D1-4266-9A84-04C7B8EB3F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Configuration</a:t>
            </a:r>
            <a:endParaRPr lang="de-DE" dirty="0"/>
          </a:p>
          <a:p>
            <a:pPr lvl="1"/>
            <a:r>
              <a:rPr lang="de-DE" dirty="0"/>
              <a:t>Container for </a:t>
            </a:r>
            <a:r>
              <a:rPr lang="de-DE" dirty="0" err="1"/>
              <a:t>configuration</a:t>
            </a:r>
            <a:r>
              <a:rPr lang="de-DE" dirty="0"/>
              <a:t> </a:t>
            </a:r>
            <a:r>
              <a:rPr lang="de-DE" dirty="0" err="1"/>
              <a:t>items</a:t>
            </a:r>
            <a:endParaRPr lang="de-DE" dirty="0"/>
          </a:p>
          <a:p>
            <a:r>
              <a:rPr lang="de-DE" dirty="0" err="1"/>
              <a:t>Node</a:t>
            </a:r>
            <a:endParaRPr lang="de-DE" dirty="0"/>
          </a:p>
          <a:p>
            <a:pPr lvl="1"/>
            <a:r>
              <a:rPr lang="de-DE" dirty="0"/>
              <a:t>Optional </a:t>
            </a:r>
            <a:r>
              <a:rPr lang="de-DE" dirty="0" err="1"/>
              <a:t>component</a:t>
            </a:r>
            <a:r>
              <a:rPr lang="de-DE" dirty="0"/>
              <a:t> in a </a:t>
            </a:r>
            <a:r>
              <a:rPr lang="de-DE" dirty="0" err="1"/>
              <a:t>configuration</a:t>
            </a:r>
            <a:endParaRPr lang="de-DE" dirty="0"/>
          </a:p>
          <a:p>
            <a:pPr lvl="1"/>
            <a:r>
              <a:rPr lang="de-DE" dirty="0" err="1"/>
              <a:t>Contains</a:t>
            </a:r>
            <a:r>
              <a:rPr lang="de-DE" dirty="0"/>
              <a:t> </a:t>
            </a:r>
            <a:r>
              <a:rPr lang="de-DE" dirty="0" err="1"/>
              <a:t>node-specific</a:t>
            </a:r>
            <a:r>
              <a:rPr lang="de-DE" dirty="0"/>
              <a:t> </a:t>
            </a:r>
            <a:r>
              <a:rPr lang="de-DE" dirty="0" err="1"/>
              <a:t>items</a:t>
            </a:r>
            <a:endParaRPr lang="de-DE" dirty="0"/>
          </a:p>
          <a:p>
            <a:r>
              <a:rPr lang="de-DE" dirty="0"/>
              <a:t>Resource</a:t>
            </a:r>
          </a:p>
          <a:p>
            <a:pPr lvl="1"/>
            <a:r>
              <a:rPr lang="de-DE" dirty="0"/>
              <a:t>The </a:t>
            </a:r>
            <a:r>
              <a:rPr lang="de-DE" dirty="0" err="1"/>
              <a:t>configuration</a:t>
            </a:r>
            <a:r>
              <a:rPr lang="de-DE" dirty="0"/>
              <a:t> item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AD45A7-D023-408A-BF7F-AEBD070928A4}"/>
              </a:ext>
            </a:extLst>
          </p:cNvPr>
          <p:cNvSpPr txBox="1"/>
          <p:nvPr/>
        </p:nvSpPr>
        <p:spPr>
          <a:xfrm>
            <a:off x="5711032" y="1462925"/>
            <a:ext cx="6299162" cy="44825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40" dirty="0"/>
              <a:t> </a:t>
            </a:r>
            <a:r>
              <a:rPr lang="en-US" sz="2040" dirty="0">
                <a:solidFill>
                  <a:srgbClr val="00008B"/>
                </a:solidFill>
                <a:latin typeface="Lucida Console" panose="020B0609040504020204" pitchFamily="49" charset="0"/>
              </a:rPr>
              <a:t>configuration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8A2BE2"/>
                </a:solidFill>
                <a:latin typeface="Lucida Console" panose="020B0609040504020204" pitchFamily="49" charset="0"/>
              </a:rPr>
              <a:t>conf</a:t>
            </a:r>
            <a:endParaRPr lang="en-US" sz="204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2040" dirty="0">
                <a:solidFill>
                  <a:srgbClr val="00008B"/>
                </a:solidFill>
                <a:latin typeface="Lucida Console" panose="020B0609040504020204" pitchFamily="49" charset="0"/>
              </a:rPr>
              <a:t>node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8A2BE2"/>
                </a:solidFill>
                <a:latin typeface="Lucida Console" panose="020B0609040504020204" pitchFamily="49" charset="0"/>
              </a:rPr>
              <a:t>localhost</a:t>
            </a:r>
            <a:endParaRPr lang="en-US" sz="204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{</a:t>
            </a: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2040" dirty="0">
                <a:solidFill>
                  <a:srgbClr val="00008B"/>
                </a:solidFill>
                <a:latin typeface="Lucida Console" panose="020B0609040504020204" pitchFamily="49" charset="0"/>
              </a:rPr>
              <a:t>File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8A2BE2"/>
                </a:solidFill>
                <a:latin typeface="Lucida Console" panose="020B0609040504020204" pitchFamily="49" charset="0"/>
              </a:rPr>
              <a:t>foo</a:t>
            </a:r>
            <a:endParaRPr lang="en-US" sz="204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204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DestinationPath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8B0000"/>
                </a:solidFill>
                <a:latin typeface="Lucida Console" panose="020B0609040504020204" pitchFamily="49" charset="0"/>
              </a:rPr>
              <a:t>'C:\foo'</a:t>
            </a:r>
            <a:endParaRPr lang="en-US" sz="204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Contents </a:t>
            </a:r>
            <a:r>
              <a:rPr lang="en-US" sz="204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8B0000"/>
                </a:solidFill>
                <a:latin typeface="Lucida Console" panose="020B0609040504020204" pitchFamily="49" charset="0"/>
              </a:rPr>
              <a:t>'bar'</a:t>
            </a:r>
            <a:endParaRPr lang="en-US" sz="204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Type </a:t>
            </a:r>
            <a:r>
              <a:rPr lang="en-US" sz="204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8B0000"/>
                </a:solidFill>
                <a:latin typeface="Lucida Console" panose="020B0609040504020204" pitchFamily="49" charset="0"/>
              </a:rPr>
              <a:t>'File'</a:t>
            </a:r>
            <a:endParaRPr lang="en-US" sz="204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Ensure </a:t>
            </a:r>
            <a:r>
              <a:rPr lang="en-US" sz="2040" dirty="0">
                <a:solidFill>
                  <a:srgbClr val="696969"/>
                </a:solidFill>
                <a:latin typeface="Lucida Console" panose="020B0609040504020204" pitchFamily="49" charset="0"/>
              </a:rPr>
              <a:t>=</a:t>
            </a:r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2040" dirty="0">
                <a:solidFill>
                  <a:srgbClr val="8B0000"/>
                </a:solidFill>
                <a:latin typeface="Lucida Console" panose="020B0609040504020204" pitchFamily="49" charset="0"/>
              </a:rPr>
              <a:t>'Present'</a:t>
            </a:r>
            <a:endParaRPr lang="en-US" sz="204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2040" dirty="0">
                <a:solidFill>
                  <a:prstClr val="black"/>
                </a:solidFill>
                <a:latin typeface="Lucida Console" panose="020B0609040504020204" pitchFamily="49" charset="0"/>
              </a:rPr>
              <a:t>} </a:t>
            </a:r>
          </a:p>
          <a:p>
            <a:pPr algn="l"/>
            <a:endParaRPr lang="en-US" sz="2040" dirty="0" err="1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5887877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BC6B-21A9-4774-A6F9-A5DDA985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Demo: </a:t>
            </a:r>
            <a:r>
              <a:rPr lang="en-US" dirty="0"/>
              <a:t>Config Data and Scalability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8B9C894-4439-45FC-8DB0-D94C08169F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How do you </a:t>
            </a:r>
            <a:r>
              <a:rPr lang="de-DE" dirty="0" err="1"/>
              <a:t>maintain</a:t>
            </a:r>
            <a:r>
              <a:rPr lang="de-DE" dirty="0"/>
              <a:t> /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script</a:t>
            </a:r>
            <a:r>
              <a:rPr lang="de-DE" dirty="0"/>
              <a:t>?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FACABCE-4D92-4E6C-A62C-D121749B6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752943"/>
              </p:ext>
            </p:extLst>
          </p:nvPr>
        </p:nvGraphicFramePr>
        <p:xfrm>
          <a:off x="1262063" y="2765425"/>
          <a:ext cx="2817812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436400" imgH="452160" progId="Package">
                  <p:embed/>
                </p:oleObj>
              </mc:Choice>
              <mc:Fallback>
                <p:oleObj name="Packager Shell Object" showAsIcon="1" r:id="rId2" imgW="1436400" imgH="45216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FACABCE-4D92-4E6C-A62C-D121749B6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2063" y="2765425"/>
                        <a:ext cx="2817812" cy="1590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681443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1F24-0E42-4CEB-8F7B-D9267C83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DscWorkshop Blueprint?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65FD4-05DA-4FAA-AF37-74CA039EE9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1415772"/>
          </a:xfrm>
        </p:spPr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pain</a:t>
            </a:r>
            <a:r>
              <a:rPr lang="de-DE" dirty="0"/>
              <a:t> with DSC</a:t>
            </a:r>
          </a:p>
          <a:p>
            <a:r>
              <a:rPr lang="de-DE" dirty="0"/>
              <a:t>The </a:t>
            </a:r>
            <a:r>
              <a:rPr lang="de-DE" dirty="0" err="1"/>
              <a:t>gain</a:t>
            </a:r>
            <a:r>
              <a:rPr lang="de-DE" dirty="0"/>
              <a:t> with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DscWorkshop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54187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4136517"/>
          </a:xfrm>
        </p:spPr>
        <p:txBody>
          <a:bodyPr/>
          <a:lstStyle/>
          <a:p>
            <a:pPr marL="571500" indent="-571500"/>
            <a:r>
              <a:rPr lang="en-US" dirty="0"/>
              <a:t>DSC mostly seen as a replacement for classic scripting</a:t>
            </a:r>
          </a:p>
          <a:p>
            <a:pPr marL="571500" indent="-571500"/>
            <a:r>
              <a:rPr lang="en-US" dirty="0"/>
              <a:t>No best practices how to design a DSC project, hence</a:t>
            </a:r>
          </a:p>
          <a:p>
            <a:pPr marL="812800" lvl="1" indent="-571500"/>
            <a:r>
              <a:rPr lang="en-US" dirty="0"/>
              <a:t>No or improper separation of config data and code (resources)</a:t>
            </a:r>
          </a:p>
          <a:p>
            <a:pPr marL="812800" lvl="1" indent="-571500"/>
            <a:r>
              <a:rPr lang="en-US" dirty="0"/>
              <a:t>No separation of configurations into composite resources</a:t>
            </a:r>
          </a:p>
          <a:p>
            <a:pPr marL="812800" lvl="1" indent="-571500"/>
            <a:r>
              <a:rPr lang="en-US" dirty="0"/>
              <a:t>No flexible config management</a:t>
            </a:r>
          </a:p>
          <a:p>
            <a:pPr marL="812800" lvl="1" indent="-571500"/>
            <a:r>
              <a:rPr lang="en-US" dirty="0"/>
              <a:t>No scalability</a:t>
            </a:r>
          </a:p>
          <a:p>
            <a:pPr marL="812800" lvl="1" indent="-571500"/>
            <a:r>
              <a:rPr lang="en-US" dirty="0"/>
              <a:t>No single build script</a:t>
            </a:r>
          </a:p>
          <a:p>
            <a:pPr marL="812800" lvl="1" indent="-571500"/>
            <a:r>
              <a:rPr lang="en-US" dirty="0"/>
              <a:t>No CI/CD</a:t>
            </a:r>
          </a:p>
          <a:p>
            <a:pPr marL="812800" lvl="1" indent="-571500"/>
            <a:r>
              <a:rPr lang="en-US" dirty="0"/>
              <a:t>Absolutely no trust as changing config data gets a nightmare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pain with DSC (in most ops teams)</a:t>
            </a:r>
          </a:p>
        </p:txBody>
      </p:sp>
    </p:spTree>
    <p:extLst>
      <p:ext uri="{BB962C8B-B14F-4D97-AF65-F5344CB8AC3E}">
        <p14:creationId xmlns:p14="http://schemas.microsoft.com/office/powerpoint/2010/main" val="2584775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5447645"/>
          </a:xfrm>
        </p:spPr>
        <p:txBody>
          <a:bodyPr/>
          <a:lstStyle/>
          <a:p>
            <a:pPr marL="571500" indent="-571500"/>
            <a:r>
              <a:rPr lang="en-US" dirty="0"/>
              <a:t>Flexible and scaling config management using </a:t>
            </a:r>
            <a:r>
              <a:rPr lang="en-US" dirty="0">
                <a:hlinkClick r:id="rId3"/>
              </a:rPr>
              <a:t>Datum</a:t>
            </a:r>
            <a:endParaRPr lang="en-US" dirty="0"/>
          </a:p>
          <a:p>
            <a:pPr marL="571500" indent="-571500"/>
            <a:r>
              <a:rPr lang="en-US" dirty="0"/>
              <a:t>New way of using Composite Resources as assignable configurations</a:t>
            </a:r>
          </a:p>
          <a:p>
            <a:pPr marL="571500" indent="-571500"/>
            <a:r>
              <a:rPr lang="en-US" dirty="0"/>
              <a:t>Dependency resolution with </a:t>
            </a:r>
            <a:r>
              <a:rPr lang="en-US" dirty="0" err="1">
                <a:hlinkClick r:id="rId4"/>
              </a:rPr>
              <a:t>PSDepends</a:t>
            </a:r>
            <a:endParaRPr lang="en-US" dirty="0"/>
          </a:p>
          <a:p>
            <a:pPr marL="571500" indent="-571500"/>
            <a:r>
              <a:rPr lang="en-US" dirty="0"/>
              <a:t>Build script that works on various build systems</a:t>
            </a:r>
          </a:p>
          <a:p>
            <a:pPr marL="812800" lvl="1" indent="-571500"/>
            <a:r>
              <a:rPr lang="en-US" dirty="0"/>
              <a:t>Creates all DSC artifacts (MOF, </a:t>
            </a:r>
            <a:r>
              <a:rPr lang="en-US" dirty="0" err="1"/>
              <a:t>MetaMOF</a:t>
            </a:r>
            <a:r>
              <a:rPr lang="en-US" dirty="0"/>
              <a:t>, </a:t>
            </a:r>
            <a:r>
              <a:rPr lang="en-US" dirty="0" err="1"/>
              <a:t>RSoP</a:t>
            </a:r>
            <a:r>
              <a:rPr lang="en-US" dirty="0"/>
              <a:t>, </a:t>
            </a:r>
            <a:r>
              <a:rPr lang="en-US" dirty="0" err="1"/>
              <a:t>CompressesModules</a:t>
            </a:r>
            <a:r>
              <a:rPr lang="en-US" dirty="0"/>
              <a:t>)</a:t>
            </a:r>
          </a:p>
          <a:p>
            <a:pPr marL="812800" lvl="1" indent="-571500"/>
            <a:r>
              <a:rPr lang="en-US" dirty="0"/>
              <a:t>Addresses a lot of weird DSC shortcomings</a:t>
            </a:r>
          </a:p>
          <a:p>
            <a:pPr marL="812800" lvl="1" indent="-571500"/>
            <a:r>
              <a:rPr lang="en-US" dirty="0"/>
              <a:t>Error handling and multi-threading</a:t>
            </a:r>
          </a:p>
          <a:p>
            <a:pPr marL="571500" indent="-571500"/>
            <a:r>
              <a:rPr lang="en-US" dirty="0"/>
              <a:t>Testing configuration data and build results using </a:t>
            </a:r>
            <a:r>
              <a:rPr lang="en-US" dirty="0">
                <a:hlinkClick r:id="rId5"/>
              </a:rPr>
              <a:t>Pester</a:t>
            </a:r>
            <a:endParaRPr lang="en-US" dirty="0"/>
          </a:p>
          <a:p>
            <a:pPr marL="571500" indent="-571500"/>
            <a:r>
              <a:rPr lang="en-US" dirty="0"/>
              <a:t>Works for push, pull, on-prem and Azure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gain with the DscWorkshop</a:t>
            </a:r>
          </a:p>
        </p:txBody>
      </p:sp>
    </p:spTree>
    <p:extLst>
      <p:ext uri="{BB962C8B-B14F-4D97-AF65-F5344CB8AC3E}">
        <p14:creationId xmlns:p14="http://schemas.microsoft.com/office/powerpoint/2010/main" val="188092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323987"/>
          </a:xfrm>
        </p:spPr>
        <p:txBody>
          <a:bodyPr/>
          <a:lstStyle/>
          <a:p>
            <a:pPr marL="571500" indent="-571500"/>
            <a:r>
              <a:rPr lang="en-US" dirty="0"/>
              <a:t>Features</a:t>
            </a:r>
          </a:p>
          <a:p>
            <a:pPr marL="812800" lvl="1" indent="-571500"/>
            <a:r>
              <a:rPr lang="en-US" dirty="0">
                <a:hlinkClick r:id="rId3"/>
              </a:rPr>
              <a:t>Maintenance windows</a:t>
            </a:r>
            <a:endParaRPr lang="en-US" dirty="0"/>
          </a:p>
          <a:p>
            <a:pPr marL="812800" lvl="1" indent="-571500"/>
            <a:r>
              <a:rPr lang="en-US" dirty="0">
                <a:hlinkClick r:id="rId4"/>
              </a:rPr>
              <a:t>Tagging MOF files</a:t>
            </a:r>
            <a:endParaRPr lang="en-US" dirty="0"/>
          </a:p>
          <a:p>
            <a:pPr marL="812800" lvl="1" indent="-571500"/>
            <a:r>
              <a:rPr lang="en-US" dirty="0"/>
              <a:t>Extended Reporting (for DSC Pull on-prem using SQL)</a:t>
            </a:r>
          </a:p>
          <a:p>
            <a:pPr marL="812800" lvl="1" indent="-571500"/>
            <a:r>
              <a:rPr lang="en-US" dirty="0"/>
              <a:t>DSC diagnostic endpoint on each node using JEA</a:t>
            </a:r>
          </a:p>
          <a:p>
            <a:pPr marL="571500" indent="-571500"/>
            <a:r>
              <a:rPr lang="en-US" dirty="0"/>
              <a:t>Learning material</a:t>
            </a:r>
          </a:p>
          <a:p>
            <a:pPr marL="812800" lvl="1" indent="-571500"/>
            <a:r>
              <a:rPr lang="en-US" dirty="0"/>
              <a:t>Self-paced </a:t>
            </a:r>
            <a:r>
              <a:rPr lang="en-US" dirty="0">
                <a:hlinkClick r:id="rId5"/>
              </a:rPr>
              <a:t>learning exercises </a:t>
            </a:r>
            <a:r>
              <a:rPr lang="en-US" dirty="0"/>
              <a:t>going through the whole CI/CD on Azure DevOps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extra things added</a:t>
            </a:r>
          </a:p>
        </p:txBody>
      </p:sp>
    </p:spTree>
    <p:extLst>
      <p:ext uri="{BB962C8B-B14F-4D97-AF65-F5344CB8AC3E}">
        <p14:creationId xmlns:p14="http://schemas.microsoft.com/office/powerpoint/2010/main" val="3520602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352711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Everything is on Git</a:t>
            </a:r>
          </a:p>
          <a:p>
            <a:pPr marL="571500" indent="-571500"/>
            <a:r>
              <a:rPr lang="en-US" dirty="0"/>
              <a:t>DSC</a:t>
            </a:r>
          </a:p>
          <a:p>
            <a:pPr marL="812800" lvl="1" indent="-571500"/>
            <a:r>
              <a:rPr lang="en-US" dirty="0">
                <a:hlinkClick r:id="rId3"/>
              </a:rPr>
              <a:t>https://github.com/gaelcolas/Datum</a:t>
            </a:r>
          </a:p>
          <a:p>
            <a:pPr marL="812800" lvl="1" indent="-571500"/>
            <a:r>
              <a:rPr lang="en-US" dirty="0">
                <a:hlinkClick r:id="rId4"/>
              </a:rPr>
              <a:t>https://github.com/dsccommunity/DscWorkshop</a:t>
            </a:r>
            <a:endParaRPr lang="en-US" dirty="0"/>
          </a:p>
          <a:p>
            <a:pPr marL="812800" lvl="1" indent="-571500"/>
            <a:r>
              <a:rPr lang="en-US" dirty="0">
                <a:hlinkClick r:id="rId5"/>
              </a:rPr>
              <a:t>https://github.com/dsccommunity/CommonTasks</a:t>
            </a:r>
            <a:endParaRPr lang="en-US" dirty="0"/>
          </a:p>
          <a:p>
            <a:pPr marL="571500" indent="-571500"/>
            <a:r>
              <a:rPr lang="en-US" dirty="0"/>
              <a:t>Deploying the lab</a:t>
            </a:r>
          </a:p>
          <a:p>
            <a:pPr marL="812800" lvl="1" indent="-571500"/>
            <a:r>
              <a:rPr lang="en-US" dirty="0">
                <a:hlinkClick r:id="rId6"/>
              </a:rPr>
              <a:t>https://github.com/AutomatedLab/AutomatedLab</a:t>
            </a:r>
            <a:endParaRPr lang="en-US" dirty="0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it and contribute to it</a:t>
            </a:r>
          </a:p>
        </p:txBody>
      </p:sp>
      <p:pic>
        <p:nvPicPr>
          <p:cNvPr id="7" name="Picture 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D010DBFF-7761-4820-A93F-501740CE50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557" y="279824"/>
            <a:ext cx="2736304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7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WHITE TEMPLATE">
  <a:themeElements>
    <a:clrScheme name="BT - Dark blue on white">
      <a:dk1>
        <a:srgbClr val="505050"/>
      </a:dk1>
      <a:lt1>
        <a:srgbClr val="FFFFFF"/>
      </a:lt1>
      <a:dk2>
        <a:srgbClr val="002050"/>
      </a:dk2>
      <a:lt2>
        <a:srgbClr val="00BCF2"/>
      </a:lt2>
      <a:accent1>
        <a:srgbClr val="002050"/>
      </a:accent1>
      <a:accent2>
        <a:srgbClr val="B4009E"/>
      </a:accent2>
      <a:accent3>
        <a:srgbClr val="0078D7"/>
      </a:accent3>
      <a:accent4>
        <a:srgbClr val="5C2D91"/>
      </a:accent4>
      <a:accent5>
        <a:srgbClr val="107C10"/>
      </a:accent5>
      <a:accent6>
        <a:srgbClr val="D83B01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and_template_16-9_Business_DARK_BLUE_2016_5.potx" id="{26E2EFDE-B887-45AE-BC6E-18DAD1BE0537}" vid="{757E4965-51BE-4FFB-9ACB-017FD6263C2F}"/>
    </a:ext>
  </a:extLst>
</a:theme>
</file>

<file path=ppt/theme/theme2.xml><?xml version="1.0" encoding="utf-8"?>
<a:theme xmlns:a="http://schemas.openxmlformats.org/drawingml/2006/main" name="COLOR TEMPLATE">
  <a:themeElements>
    <a:clrScheme name="BT - Dark blue">
      <a:dk1>
        <a:srgbClr val="505050"/>
      </a:dk1>
      <a:lt1>
        <a:srgbClr val="FFFFFF"/>
      </a:lt1>
      <a:dk2>
        <a:srgbClr val="002050"/>
      </a:dk2>
      <a:lt2>
        <a:srgbClr val="CDF4FF"/>
      </a:lt2>
      <a:accent1>
        <a:srgbClr val="0078D7"/>
      </a:accent1>
      <a:accent2>
        <a:srgbClr val="B4009E"/>
      </a:accent2>
      <a:accent3>
        <a:srgbClr val="107C10"/>
      </a:accent3>
      <a:accent4>
        <a:srgbClr val="5C2D91"/>
      </a:accent4>
      <a:accent5>
        <a:srgbClr val="008272"/>
      </a:accent5>
      <a:accent6>
        <a:srgbClr val="D83B01"/>
      </a:accent6>
      <a:hlink>
        <a:srgbClr val="CDF4FF"/>
      </a:hlink>
      <a:folHlink>
        <a:srgbClr val="CDF4FF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and_template_16-9_Business_DARK_BLUE_2016_5.potx" id="{26E2EFDE-B887-45AE-BC6E-18DAD1BE0537}" vid="{837A4C70-4386-4265-8A3B-2022FD3CD8C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ontrol xmlns="http://schemas.microsoft.com/VisualStudio/2011/storyboarding/control">
  <Id Name="ff0f8ea7-3e8e-48bf-a486-b0075f9879df" Revision="1" Stencil="System.MyShapes" StencilVersion="1.0"/>
</Control>
</file>

<file path=customXml/item3.xml><?xml version="1.0" encoding="utf-8"?>
<Control xmlns="http://schemas.microsoft.com/VisualStudio/2011/storyboarding/control">
  <Id Name="a7f021d5-9a53-49d9-9cb5-051f3f7b4093" Revision="1" Stencil="System.MyShapes" StencilVersion="1.0"/>
</Control>
</file>

<file path=customXml/item4.xml><?xml version="1.0" encoding="utf-8"?>
<Control xmlns="http://schemas.microsoft.com/VisualStudio/2011/storyboarding/control">
  <Id Name="07373205-a408-4b13-8dcd-eac5c94314f6" Revision="1" Stencil="System.MyShapes" StencilVersion="1.0"/>
</Control>
</file>

<file path=customXml/item5.xml><?xml version="1.0" encoding="utf-8"?>
<Control xmlns="http://schemas.microsoft.com/VisualStudio/2011/storyboarding/control">
  <Id Name="51463c91-fe3a-442f-9d37-5ca705cfb66c" Revision="1" Stencil="System.MyShapes" StencilVersion="1.0"/>
</Control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7.xml><?xml version="1.0" encoding="utf-8"?>
<Control xmlns="http://schemas.microsoft.com/VisualStudio/2011/storyboarding/control">
  <Id Name="d34bb8d4-dd32-4183-a6bb-b94a32a007d6" Revision="1" Stencil="System.MyShapes" StencilVersion="1.0"/>
</Control>
</file>

<file path=customXml/item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B0BB5962AB3C45A9A1CE1EC4C4F647" ma:contentTypeVersion="3" ma:contentTypeDescription="Create a new document." ma:contentTypeScope="" ma:versionID="f0876370c90de824ab54c09b0bd2a056">
  <xsd:schema xmlns:xsd="http://www.w3.org/2001/XMLSchema" xmlns:xs="http://www.w3.org/2001/XMLSchema" xmlns:p="http://schemas.microsoft.com/office/2006/metadata/properties" xmlns:ns3="630a2e83-186a-4a0f-ab27-bee8a8096abc" targetNamespace="http://schemas.microsoft.com/office/2006/metadata/properties" ma:root="true" ma:fieldsID="a2a3b5ed8b4accd7c8a398d0cb075271" ns3:_="">
    <xsd:import namespace="630a2e83-186a-4a0f-ab27-bee8a8096ab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a2e83-186a-4a0f-ab27-bee8a8096a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9.xml><?xml version="1.0" encoding="utf-8"?>
<Control xmlns="http://schemas.microsoft.com/VisualStudio/2011/storyboarding/control">
  <Id Name="b7e4b451-5788-49e7-bdfb-7280bf392eed" Revision="1" Stencil="System.MyShapes" StencilVersion="1.0"/>
</Control>
</file>

<file path=customXml/item10.xml><?xml version="1.0" encoding="utf-8"?>
<Control xmlns="http://schemas.microsoft.com/VisualStudio/2011/storyboarding/control">
  <Id Name="569785c6-9651-47d5-ac69-ba9aae3d72b1" Revision="1" Stencil="System.MyShapes" StencilVersion="1.0"/>
</Control>
</file>

<file path=customXml/item11.xml><?xml version="1.0" encoding="utf-8"?>
<Control xmlns="http://schemas.microsoft.com/VisualStudio/2011/storyboarding/control">
  <Id Name="569785c6-9651-47d5-ac69-ba9aae3d72b1" Revision="1" Stencil="System.MyShapes" StencilVersion="1.0"/>
</Control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C31606-4EBA-499C-894F-309D390D5574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EE9CFAFD-297D-414D-A41E-3BED4CDC24F9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95CD0B4B-5FE9-46E8-918A-7D30141D248D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6B042377-6F90-490D-AC2F-D8149F77BB4C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F990F116-B58F-4255-B05B-DA3808E0E5C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7.xml><?xml version="1.0" encoding="utf-8"?>
<ds:datastoreItem xmlns:ds="http://schemas.openxmlformats.org/officeDocument/2006/customXml" ds:itemID="{C7650340-E42B-4EE9-9BA4-5CF7EA2C978D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F4553072-E538-48C4-90FC-3653F32D67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0a2e83-186a-4a0f-ab27-bee8a8096a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9.xml><?xml version="1.0" encoding="utf-8"?>
<ds:datastoreItem xmlns:ds="http://schemas.openxmlformats.org/officeDocument/2006/customXml" ds:itemID="{E8E855C0-DB1B-4B8E-901F-7B1072C95DC8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C008FF4E-A137-4669-893D-646B30D4D7F1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CA9B8CAA-6F21-43CD-92EB-B8B5606D3FFF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Brand_template_16-9_Business_DARK_BLUE_2016_5</Template>
  <TotalTime>2721</TotalTime>
  <Words>992</Words>
  <Application>Microsoft Office PowerPoint</Application>
  <PresentationFormat>Custom</PresentationFormat>
  <Paragraphs>200</Paragraphs>
  <Slides>22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Amazon Ember</vt:lpstr>
      <vt:lpstr>Arial</vt:lpstr>
      <vt:lpstr>Consolas</vt:lpstr>
      <vt:lpstr>Lucida Console</vt:lpstr>
      <vt:lpstr>Segoe UI</vt:lpstr>
      <vt:lpstr>Segoe UI Light</vt:lpstr>
      <vt:lpstr>Wingdings</vt:lpstr>
      <vt:lpstr>WHITE TEMPLATE</vt:lpstr>
      <vt:lpstr>COLOR TEMPLATE</vt:lpstr>
      <vt:lpstr>Package</vt:lpstr>
      <vt:lpstr>DscWorkshop  Overview</vt:lpstr>
      <vt:lpstr>Team</vt:lpstr>
      <vt:lpstr>What is this about?</vt:lpstr>
      <vt:lpstr>Agenda</vt:lpstr>
      <vt:lpstr>Why DevOps in an Ops World?</vt:lpstr>
      <vt:lpstr>Infrastructure Problems </vt:lpstr>
      <vt:lpstr>Build trust &amp; abstract complexity</vt:lpstr>
      <vt:lpstr>Artefact (or Artifact)</vt:lpstr>
      <vt:lpstr>The solution: Release Pipeline</vt:lpstr>
      <vt:lpstr>CI/CD Release Pipeline for DSC</vt:lpstr>
      <vt:lpstr>Important Principles and Technolgies</vt:lpstr>
      <vt:lpstr>Why DevOps?</vt:lpstr>
      <vt:lpstr>DSC Basics</vt:lpstr>
      <vt:lpstr>At the end, it’s MOF</vt:lpstr>
      <vt:lpstr>Push / Pull</vt:lpstr>
      <vt:lpstr>Demo: Components of DSC</vt:lpstr>
      <vt:lpstr>Demo: Config Data and Scalability</vt:lpstr>
      <vt:lpstr>Why the DscWorkshop Blueprint?</vt:lpstr>
      <vt:lpstr>The pain with DSC (in most ops teams)</vt:lpstr>
      <vt:lpstr>The gain with the DscWorkshop</vt:lpstr>
      <vt:lpstr>Some extra things added</vt:lpstr>
      <vt:lpstr>How to use it and contribute to it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brand template</dc:title>
  <dc:subject>&lt;Speech title here&gt;</dc:subject>
  <dc:creator>Raimund Andrée</dc:creator>
  <cp:keywords/>
  <dc:description>Template: Maryfj_x000d_
Formatting: _x000d_
Audience Type:</dc:description>
  <cp:lastModifiedBy>Raimund Andrée</cp:lastModifiedBy>
  <cp:revision>60</cp:revision>
  <dcterms:created xsi:type="dcterms:W3CDTF">2017-03-14T17:54:56Z</dcterms:created>
  <dcterms:modified xsi:type="dcterms:W3CDTF">2021-04-09T18:47:35Z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0x010100A2B0BB5962AB3C45A9A1CE1EC4C4F647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/>
  </property>
  <property fmtid="{D5CDD505-2E9C-101B-9397-08002B2CF9AE}" pid="12" name="TaxCatchAll">
    <vt:lpwstr/>
  </property>
  <property fmtid="{D5CDD505-2E9C-101B-9397-08002B2CF9AE}" pid="13" name="TaxKeywordTaxHTField">
    <vt:lpwstr/>
  </property>
  <property fmtid="{D5CDD505-2E9C-101B-9397-08002B2CF9AE}" pid="14" name="MSIP_Label_f42aa342-8706-4288-bd11-ebb85995028c_Enabled">
    <vt:lpwstr>True</vt:lpwstr>
  </property>
  <property fmtid="{D5CDD505-2E9C-101B-9397-08002B2CF9AE}" pid="15" name="MSIP_Label_f42aa342-8706-4288-bd11-ebb85995028c_SiteId">
    <vt:lpwstr>72f988bf-86f1-41af-91ab-2d7cd011db47</vt:lpwstr>
  </property>
  <property fmtid="{D5CDD505-2E9C-101B-9397-08002B2CF9AE}" pid="16" name="MSIP_Label_f42aa342-8706-4288-bd11-ebb85995028c_Owner">
    <vt:lpwstr>raandree@microsoft.com</vt:lpwstr>
  </property>
  <property fmtid="{D5CDD505-2E9C-101B-9397-08002B2CF9AE}" pid="17" name="MSIP_Label_f42aa342-8706-4288-bd11-ebb85995028c_SetDate">
    <vt:lpwstr>2018-05-28T12:35:32.1203171Z</vt:lpwstr>
  </property>
  <property fmtid="{D5CDD505-2E9C-101B-9397-08002B2CF9AE}" pid="18" name="MSIP_Label_f42aa342-8706-4288-bd11-ebb85995028c_Name">
    <vt:lpwstr>General</vt:lpwstr>
  </property>
  <property fmtid="{D5CDD505-2E9C-101B-9397-08002B2CF9AE}" pid="19" name="MSIP_Label_f42aa342-8706-4288-bd11-ebb85995028c_Application">
    <vt:lpwstr>Microsoft Azure Information Protection</vt:lpwstr>
  </property>
  <property fmtid="{D5CDD505-2E9C-101B-9397-08002B2CF9AE}" pid="20" name="MSIP_Label_f42aa342-8706-4288-bd11-ebb85995028c_Extended_MSFT_Method">
    <vt:lpwstr>Automatic</vt:lpwstr>
  </property>
  <property fmtid="{D5CDD505-2E9C-101B-9397-08002B2CF9AE}" pid="21" name="Sensitivity">
    <vt:lpwstr>General</vt:lpwstr>
  </property>
</Properties>
</file>